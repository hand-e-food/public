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3959225" cy="39592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5" userDrawn="1">
          <p15:clr>
            <a:srgbClr val="A4A3A4"/>
          </p15:clr>
        </p15:guide>
        <p15:guide id="2" pos="136" userDrawn="1">
          <p15:clr>
            <a:srgbClr val="A4A3A4"/>
          </p15:clr>
        </p15:guide>
        <p15:guide id="4" pos="1905" userDrawn="1">
          <p15:clr>
            <a:srgbClr val="A4A3A4"/>
          </p15:clr>
        </p15:guide>
        <p15:guide id="5" orient="horz" pos="521" userDrawn="1">
          <p15:clr>
            <a:srgbClr val="A4A3A4"/>
          </p15:clr>
        </p15:guide>
        <p15:guide id="6" orient="horz" pos="544" userDrawn="1">
          <p15:clr>
            <a:srgbClr val="A4A3A4"/>
          </p15:clr>
        </p15:guide>
        <p15:guide id="17" orient="horz" pos="635" userDrawn="1">
          <p15:clr>
            <a:srgbClr val="A4A3A4"/>
          </p15:clr>
        </p15:guide>
        <p15:guide id="18" orient="horz" pos="725" userDrawn="1">
          <p15:clr>
            <a:srgbClr val="A4A3A4"/>
          </p15:clr>
        </p15:guide>
        <p15:guide id="19" orient="horz" pos="816" userDrawn="1">
          <p15:clr>
            <a:srgbClr val="A4A3A4"/>
          </p15:clr>
        </p15:guide>
        <p15:guide id="20" orient="horz" pos="907" userDrawn="1">
          <p15:clr>
            <a:srgbClr val="A4A3A4"/>
          </p15:clr>
        </p15:guide>
        <p15:guide id="21" orient="horz" pos="998" userDrawn="1">
          <p15:clr>
            <a:srgbClr val="A4A3A4"/>
          </p15:clr>
        </p15:guide>
        <p15:guide id="22" orient="horz" pos="1088" userDrawn="1">
          <p15:clr>
            <a:srgbClr val="A4A3A4"/>
          </p15:clr>
        </p15:guide>
        <p15:guide id="23" orient="horz" pos="1179" userDrawn="1">
          <p15:clr>
            <a:srgbClr val="A4A3A4"/>
          </p15:clr>
        </p15:guide>
        <p15:guide id="24" orient="horz" pos="1270" userDrawn="1">
          <p15:clr>
            <a:srgbClr val="A4A3A4"/>
          </p15:clr>
        </p15:guide>
        <p15:guide id="25" orient="horz" pos="1360" userDrawn="1">
          <p15:clr>
            <a:srgbClr val="A4A3A4"/>
          </p15:clr>
        </p15:guide>
        <p15:guide id="26" orient="horz" pos="1451" userDrawn="1">
          <p15:clr>
            <a:srgbClr val="A4A3A4"/>
          </p15:clr>
        </p15:guide>
        <p15:guide id="27" orient="horz" pos="1542" userDrawn="1">
          <p15:clr>
            <a:srgbClr val="A4A3A4"/>
          </p15:clr>
        </p15:guide>
        <p15:guide id="28" orient="horz" pos="1633" userDrawn="1">
          <p15:clr>
            <a:srgbClr val="A4A3A4"/>
          </p15:clr>
        </p15:guide>
        <p15:guide id="29" orient="horz" pos="1723" userDrawn="1">
          <p15:clr>
            <a:srgbClr val="A4A3A4"/>
          </p15:clr>
        </p15:guide>
        <p15:guide id="30" orient="horz" pos="1814" userDrawn="1">
          <p15:clr>
            <a:srgbClr val="A4A3A4"/>
          </p15:clr>
        </p15:guide>
        <p15:guide id="32" orient="horz" pos="1905" userDrawn="1">
          <p15:clr>
            <a:srgbClr val="A4A3A4"/>
          </p15:clr>
        </p15:guide>
        <p15:guide id="33" orient="horz" pos="1995" userDrawn="1">
          <p15:clr>
            <a:srgbClr val="A4A3A4"/>
          </p15:clr>
        </p15:guide>
        <p15:guide id="35" pos="453" userDrawn="1">
          <p15:clr>
            <a:srgbClr val="A4A3A4"/>
          </p15:clr>
        </p15:guide>
        <p15:guide id="36" pos="272" userDrawn="1">
          <p15:clr>
            <a:srgbClr val="A4A3A4"/>
          </p15:clr>
        </p15:guide>
        <p15:guide id="37" pos="635" userDrawn="1">
          <p15:clr>
            <a:srgbClr val="A4A3A4"/>
          </p15:clr>
        </p15:guide>
        <p15:guide id="39" pos="725" userDrawn="1">
          <p15:clr>
            <a:srgbClr val="A4A3A4"/>
          </p15:clr>
        </p15:guide>
        <p15:guide id="40" pos="362" userDrawn="1">
          <p15:clr>
            <a:srgbClr val="A4A3A4"/>
          </p15:clr>
        </p15:guide>
        <p15:guide id="41" pos="816" userDrawn="1">
          <p15:clr>
            <a:srgbClr val="A4A3A4"/>
          </p15:clr>
        </p15:guide>
        <p15:guide id="42" pos="1927" userDrawn="1">
          <p15:clr>
            <a:srgbClr val="A4A3A4"/>
          </p15:clr>
        </p15:guide>
        <p15:guide id="43" pos="113" userDrawn="1">
          <p15:clr>
            <a:srgbClr val="A4A3A4"/>
          </p15:clr>
        </p15:guide>
        <p15:guide id="44" orient="horz" pos="362" userDrawn="1">
          <p15:clr>
            <a:srgbClr val="A4A3A4"/>
          </p15:clr>
        </p15:guide>
        <p15:guide id="45" pos="544" userDrawn="1">
          <p15:clr>
            <a:srgbClr val="A4A3A4"/>
          </p15:clr>
        </p15:guide>
        <p15:guide id="46" orient="horz" pos="208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29" autoAdjust="0"/>
    <p:restoredTop sz="94660"/>
  </p:normalViewPr>
  <p:slideViewPr>
    <p:cSldViewPr snapToGrid="0" showGuides="1">
      <p:cViewPr>
        <p:scale>
          <a:sx n="200" d="100"/>
          <a:sy n="200" d="100"/>
        </p:scale>
        <p:origin x="2478" y="-180"/>
      </p:cViewPr>
      <p:guideLst>
        <p:guide orient="horz" pos="385"/>
        <p:guide pos="136"/>
        <p:guide pos="1905"/>
        <p:guide orient="horz" pos="521"/>
        <p:guide orient="horz" pos="544"/>
        <p:guide orient="horz" pos="635"/>
        <p:guide orient="horz" pos="725"/>
        <p:guide orient="horz" pos="816"/>
        <p:guide orient="horz" pos="907"/>
        <p:guide orient="horz" pos="998"/>
        <p:guide orient="horz" pos="1088"/>
        <p:guide orient="horz" pos="1179"/>
        <p:guide orient="horz" pos="1270"/>
        <p:guide orient="horz" pos="1360"/>
        <p:guide orient="horz" pos="1451"/>
        <p:guide orient="horz" pos="1542"/>
        <p:guide orient="horz" pos="1633"/>
        <p:guide orient="horz" pos="1723"/>
        <p:guide orient="horz" pos="1814"/>
        <p:guide orient="horz" pos="1905"/>
        <p:guide orient="horz" pos="1995"/>
        <p:guide pos="453"/>
        <p:guide pos="272"/>
        <p:guide pos="635"/>
        <p:guide pos="725"/>
        <p:guide pos="362"/>
        <p:guide pos="816"/>
        <p:guide pos="1927"/>
        <p:guide pos="113"/>
        <p:guide orient="horz" pos="362"/>
        <p:guide pos="544"/>
        <p:guide orient="horz" pos="208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6942" y="647957"/>
            <a:ext cx="3365341" cy="1378397"/>
          </a:xfrm>
        </p:spPr>
        <p:txBody>
          <a:bodyPr anchor="b"/>
          <a:lstStyle>
            <a:lvl1pPr algn="ctr">
              <a:defRPr sz="25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4903" y="2079510"/>
            <a:ext cx="2969419" cy="955896"/>
          </a:xfrm>
        </p:spPr>
        <p:txBody>
          <a:bodyPr/>
          <a:lstStyle>
            <a:lvl1pPr marL="0" indent="0" algn="ctr">
              <a:buNone/>
              <a:defRPr sz="1039"/>
            </a:lvl1pPr>
            <a:lvl2pPr marL="197968" indent="0" algn="ctr">
              <a:buNone/>
              <a:defRPr sz="866"/>
            </a:lvl2pPr>
            <a:lvl3pPr marL="395935" indent="0" algn="ctr">
              <a:buNone/>
              <a:defRPr sz="779"/>
            </a:lvl3pPr>
            <a:lvl4pPr marL="593903" indent="0" algn="ctr">
              <a:buNone/>
              <a:defRPr sz="693"/>
            </a:lvl4pPr>
            <a:lvl5pPr marL="791870" indent="0" algn="ctr">
              <a:buNone/>
              <a:defRPr sz="693"/>
            </a:lvl5pPr>
            <a:lvl6pPr marL="989838" indent="0" algn="ctr">
              <a:buNone/>
              <a:defRPr sz="693"/>
            </a:lvl6pPr>
            <a:lvl7pPr marL="1187806" indent="0" algn="ctr">
              <a:buNone/>
              <a:defRPr sz="693"/>
            </a:lvl7pPr>
            <a:lvl8pPr marL="1385773" indent="0" algn="ctr">
              <a:buNone/>
              <a:defRPr sz="693"/>
            </a:lvl8pPr>
            <a:lvl9pPr marL="1583741" indent="0" algn="ctr">
              <a:buNone/>
              <a:defRPr sz="69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C6F7-4184-43B4-BC88-36D00C1218A2}" type="datetimeFigureOut">
              <a:rPr lang="en-AU" smtClean="0"/>
              <a:t>2025-11-22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66542-BC09-44A4-810E-E2CEAB81B6A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5482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C6F7-4184-43B4-BC88-36D00C1218A2}" type="datetimeFigureOut">
              <a:rPr lang="en-AU" smtClean="0"/>
              <a:t>2025-11-22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66542-BC09-44A4-810E-E2CEAB81B6A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9104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0135" y="987058"/>
            <a:ext cx="3414832" cy="1646927"/>
          </a:xfrm>
        </p:spPr>
        <p:txBody>
          <a:bodyPr anchor="b"/>
          <a:lstStyle>
            <a:lvl1pPr>
              <a:defRPr sz="25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0135" y="2649566"/>
            <a:ext cx="3414832" cy="866080"/>
          </a:xfrm>
        </p:spPr>
        <p:txBody>
          <a:bodyPr/>
          <a:lstStyle>
            <a:lvl1pPr marL="0" indent="0">
              <a:buNone/>
              <a:defRPr sz="1039">
                <a:solidFill>
                  <a:schemeClr val="tx1">
                    <a:tint val="82000"/>
                  </a:schemeClr>
                </a:solidFill>
              </a:defRPr>
            </a:lvl1pPr>
            <a:lvl2pPr marL="197968" indent="0">
              <a:buNone/>
              <a:defRPr sz="866">
                <a:solidFill>
                  <a:schemeClr val="tx1">
                    <a:tint val="82000"/>
                  </a:schemeClr>
                </a:solidFill>
              </a:defRPr>
            </a:lvl2pPr>
            <a:lvl3pPr marL="395935" indent="0">
              <a:buNone/>
              <a:defRPr sz="779">
                <a:solidFill>
                  <a:schemeClr val="tx1">
                    <a:tint val="82000"/>
                  </a:schemeClr>
                </a:solidFill>
              </a:defRPr>
            </a:lvl3pPr>
            <a:lvl4pPr marL="593903" indent="0">
              <a:buNone/>
              <a:defRPr sz="693">
                <a:solidFill>
                  <a:schemeClr val="tx1">
                    <a:tint val="82000"/>
                  </a:schemeClr>
                </a:solidFill>
              </a:defRPr>
            </a:lvl4pPr>
            <a:lvl5pPr marL="791870" indent="0">
              <a:buNone/>
              <a:defRPr sz="693">
                <a:solidFill>
                  <a:schemeClr val="tx1">
                    <a:tint val="82000"/>
                  </a:schemeClr>
                </a:solidFill>
              </a:defRPr>
            </a:lvl5pPr>
            <a:lvl6pPr marL="989838" indent="0">
              <a:buNone/>
              <a:defRPr sz="693">
                <a:solidFill>
                  <a:schemeClr val="tx1">
                    <a:tint val="82000"/>
                  </a:schemeClr>
                </a:solidFill>
              </a:defRPr>
            </a:lvl6pPr>
            <a:lvl7pPr marL="1187806" indent="0">
              <a:buNone/>
              <a:defRPr sz="693">
                <a:solidFill>
                  <a:schemeClr val="tx1">
                    <a:tint val="82000"/>
                  </a:schemeClr>
                </a:solidFill>
              </a:defRPr>
            </a:lvl7pPr>
            <a:lvl8pPr marL="1385773" indent="0">
              <a:buNone/>
              <a:defRPr sz="693">
                <a:solidFill>
                  <a:schemeClr val="tx1">
                    <a:tint val="82000"/>
                  </a:schemeClr>
                </a:solidFill>
              </a:defRPr>
            </a:lvl8pPr>
            <a:lvl9pPr marL="1583741" indent="0">
              <a:buNone/>
              <a:defRPr sz="69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C6F7-4184-43B4-BC88-36D00C1218A2}" type="datetimeFigureOut">
              <a:rPr lang="en-AU" smtClean="0"/>
              <a:t>2025-11-22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66542-BC09-44A4-810E-E2CEAB81B6A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4262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72197" y="1053960"/>
            <a:ext cx="1682671" cy="25120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04357" y="1053960"/>
            <a:ext cx="1682671" cy="25120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C6F7-4184-43B4-BC88-36D00C1218A2}" type="datetimeFigureOut">
              <a:rPr lang="en-AU" smtClean="0"/>
              <a:t>2025-11-22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66542-BC09-44A4-810E-E2CEAB81B6A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68306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712" y="210793"/>
            <a:ext cx="3414832" cy="765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2713" y="970560"/>
            <a:ext cx="1674937" cy="475657"/>
          </a:xfrm>
        </p:spPr>
        <p:txBody>
          <a:bodyPr anchor="b"/>
          <a:lstStyle>
            <a:lvl1pPr marL="0" indent="0">
              <a:buNone/>
              <a:defRPr sz="1039" b="1"/>
            </a:lvl1pPr>
            <a:lvl2pPr marL="197968" indent="0">
              <a:buNone/>
              <a:defRPr sz="866" b="1"/>
            </a:lvl2pPr>
            <a:lvl3pPr marL="395935" indent="0">
              <a:buNone/>
              <a:defRPr sz="779" b="1"/>
            </a:lvl3pPr>
            <a:lvl4pPr marL="593903" indent="0">
              <a:buNone/>
              <a:defRPr sz="693" b="1"/>
            </a:lvl4pPr>
            <a:lvl5pPr marL="791870" indent="0">
              <a:buNone/>
              <a:defRPr sz="693" b="1"/>
            </a:lvl5pPr>
            <a:lvl6pPr marL="989838" indent="0">
              <a:buNone/>
              <a:defRPr sz="693" b="1"/>
            </a:lvl6pPr>
            <a:lvl7pPr marL="1187806" indent="0">
              <a:buNone/>
              <a:defRPr sz="693" b="1"/>
            </a:lvl7pPr>
            <a:lvl8pPr marL="1385773" indent="0">
              <a:buNone/>
              <a:defRPr sz="693" b="1"/>
            </a:lvl8pPr>
            <a:lvl9pPr marL="1583741" indent="0">
              <a:buNone/>
              <a:defRPr sz="69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2713" y="1446217"/>
            <a:ext cx="1674937" cy="21271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04358" y="970560"/>
            <a:ext cx="1683186" cy="475657"/>
          </a:xfrm>
        </p:spPr>
        <p:txBody>
          <a:bodyPr anchor="b"/>
          <a:lstStyle>
            <a:lvl1pPr marL="0" indent="0">
              <a:buNone/>
              <a:defRPr sz="1039" b="1"/>
            </a:lvl1pPr>
            <a:lvl2pPr marL="197968" indent="0">
              <a:buNone/>
              <a:defRPr sz="866" b="1"/>
            </a:lvl2pPr>
            <a:lvl3pPr marL="395935" indent="0">
              <a:buNone/>
              <a:defRPr sz="779" b="1"/>
            </a:lvl3pPr>
            <a:lvl4pPr marL="593903" indent="0">
              <a:buNone/>
              <a:defRPr sz="693" b="1"/>
            </a:lvl4pPr>
            <a:lvl5pPr marL="791870" indent="0">
              <a:buNone/>
              <a:defRPr sz="693" b="1"/>
            </a:lvl5pPr>
            <a:lvl6pPr marL="989838" indent="0">
              <a:buNone/>
              <a:defRPr sz="693" b="1"/>
            </a:lvl6pPr>
            <a:lvl7pPr marL="1187806" indent="0">
              <a:buNone/>
              <a:defRPr sz="693" b="1"/>
            </a:lvl7pPr>
            <a:lvl8pPr marL="1385773" indent="0">
              <a:buNone/>
              <a:defRPr sz="693" b="1"/>
            </a:lvl8pPr>
            <a:lvl9pPr marL="1583741" indent="0">
              <a:buNone/>
              <a:defRPr sz="69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04358" y="1446217"/>
            <a:ext cx="1683186" cy="21271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C6F7-4184-43B4-BC88-36D00C1218A2}" type="datetimeFigureOut">
              <a:rPr lang="en-AU" smtClean="0"/>
              <a:t>2025-11-22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66542-BC09-44A4-810E-E2CEAB81B6A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84288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C6F7-4184-43B4-BC88-36D00C1218A2}" type="datetimeFigureOut">
              <a:rPr lang="en-AU" smtClean="0"/>
              <a:t>2025-11-22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66542-BC09-44A4-810E-E2CEAB81B6A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3791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C6F7-4184-43B4-BC88-36D00C1218A2}" type="datetimeFigureOut">
              <a:rPr lang="en-AU" smtClean="0"/>
              <a:t>2025-11-22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66542-BC09-44A4-810E-E2CEAB81B6A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0645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712" y="263948"/>
            <a:ext cx="1276953" cy="923819"/>
          </a:xfrm>
        </p:spPr>
        <p:txBody>
          <a:bodyPr anchor="b"/>
          <a:lstStyle>
            <a:lvl1pPr>
              <a:defRPr sz="138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3186" y="570056"/>
            <a:ext cx="2004358" cy="2813616"/>
          </a:xfrm>
        </p:spPr>
        <p:txBody>
          <a:bodyPr/>
          <a:lstStyle>
            <a:lvl1pPr>
              <a:defRPr sz="1386"/>
            </a:lvl1pPr>
            <a:lvl2pPr>
              <a:defRPr sz="1212"/>
            </a:lvl2pPr>
            <a:lvl3pPr>
              <a:defRPr sz="1039"/>
            </a:lvl3pPr>
            <a:lvl4pPr>
              <a:defRPr sz="866"/>
            </a:lvl4pPr>
            <a:lvl5pPr>
              <a:defRPr sz="866"/>
            </a:lvl5pPr>
            <a:lvl6pPr>
              <a:defRPr sz="866"/>
            </a:lvl6pPr>
            <a:lvl7pPr>
              <a:defRPr sz="866"/>
            </a:lvl7pPr>
            <a:lvl8pPr>
              <a:defRPr sz="866"/>
            </a:lvl8pPr>
            <a:lvl9pPr>
              <a:defRPr sz="86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2712" y="1187768"/>
            <a:ext cx="1276953" cy="2200486"/>
          </a:xfrm>
        </p:spPr>
        <p:txBody>
          <a:bodyPr/>
          <a:lstStyle>
            <a:lvl1pPr marL="0" indent="0">
              <a:buNone/>
              <a:defRPr sz="693"/>
            </a:lvl1pPr>
            <a:lvl2pPr marL="197968" indent="0">
              <a:buNone/>
              <a:defRPr sz="606"/>
            </a:lvl2pPr>
            <a:lvl3pPr marL="395935" indent="0">
              <a:buNone/>
              <a:defRPr sz="520"/>
            </a:lvl3pPr>
            <a:lvl4pPr marL="593903" indent="0">
              <a:buNone/>
              <a:defRPr sz="433"/>
            </a:lvl4pPr>
            <a:lvl5pPr marL="791870" indent="0">
              <a:buNone/>
              <a:defRPr sz="433"/>
            </a:lvl5pPr>
            <a:lvl6pPr marL="989838" indent="0">
              <a:buNone/>
              <a:defRPr sz="433"/>
            </a:lvl6pPr>
            <a:lvl7pPr marL="1187806" indent="0">
              <a:buNone/>
              <a:defRPr sz="433"/>
            </a:lvl7pPr>
            <a:lvl8pPr marL="1385773" indent="0">
              <a:buNone/>
              <a:defRPr sz="433"/>
            </a:lvl8pPr>
            <a:lvl9pPr marL="1583741" indent="0">
              <a:buNone/>
              <a:defRPr sz="4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C6F7-4184-43B4-BC88-36D00C1218A2}" type="datetimeFigureOut">
              <a:rPr lang="en-AU" smtClean="0"/>
              <a:t>2025-11-22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66542-BC09-44A4-810E-E2CEAB81B6A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5868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712" y="263948"/>
            <a:ext cx="1276953" cy="923819"/>
          </a:xfrm>
        </p:spPr>
        <p:txBody>
          <a:bodyPr anchor="b"/>
          <a:lstStyle>
            <a:lvl1pPr>
              <a:defRPr sz="138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683186" y="570056"/>
            <a:ext cx="2004358" cy="2813616"/>
          </a:xfrm>
        </p:spPr>
        <p:txBody>
          <a:bodyPr anchor="t"/>
          <a:lstStyle>
            <a:lvl1pPr marL="0" indent="0">
              <a:buNone/>
              <a:defRPr sz="1386"/>
            </a:lvl1pPr>
            <a:lvl2pPr marL="197968" indent="0">
              <a:buNone/>
              <a:defRPr sz="1212"/>
            </a:lvl2pPr>
            <a:lvl3pPr marL="395935" indent="0">
              <a:buNone/>
              <a:defRPr sz="1039"/>
            </a:lvl3pPr>
            <a:lvl4pPr marL="593903" indent="0">
              <a:buNone/>
              <a:defRPr sz="866"/>
            </a:lvl4pPr>
            <a:lvl5pPr marL="791870" indent="0">
              <a:buNone/>
              <a:defRPr sz="866"/>
            </a:lvl5pPr>
            <a:lvl6pPr marL="989838" indent="0">
              <a:buNone/>
              <a:defRPr sz="866"/>
            </a:lvl6pPr>
            <a:lvl7pPr marL="1187806" indent="0">
              <a:buNone/>
              <a:defRPr sz="866"/>
            </a:lvl7pPr>
            <a:lvl8pPr marL="1385773" indent="0">
              <a:buNone/>
              <a:defRPr sz="866"/>
            </a:lvl8pPr>
            <a:lvl9pPr marL="1583741" indent="0">
              <a:buNone/>
              <a:defRPr sz="86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2712" y="1187768"/>
            <a:ext cx="1276953" cy="2200486"/>
          </a:xfrm>
        </p:spPr>
        <p:txBody>
          <a:bodyPr/>
          <a:lstStyle>
            <a:lvl1pPr marL="0" indent="0">
              <a:buNone/>
              <a:defRPr sz="693"/>
            </a:lvl1pPr>
            <a:lvl2pPr marL="197968" indent="0">
              <a:buNone/>
              <a:defRPr sz="606"/>
            </a:lvl2pPr>
            <a:lvl3pPr marL="395935" indent="0">
              <a:buNone/>
              <a:defRPr sz="520"/>
            </a:lvl3pPr>
            <a:lvl4pPr marL="593903" indent="0">
              <a:buNone/>
              <a:defRPr sz="433"/>
            </a:lvl4pPr>
            <a:lvl5pPr marL="791870" indent="0">
              <a:buNone/>
              <a:defRPr sz="433"/>
            </a:lvl5pPr>
            <a:lvl6pPr marL="989838" indent="0">
              <a:buNone/>
              <a:defRPr sz="433"/>
            </a:lvl6pPr>
            <a:lvl7pPr marL="1187806" indent="0">
              <a:buNone/>
              <a:defRPr sz="433"/>
            </a:lvl7pPr>
            <a:lvl8pPr marL="1385773" indent="0">
              <a:buNone/>
              <a:defRPr sz="433"/>
            </a:lvl8pPr>
            <a:lvl9pPr marL="1583741" indent="0">
              <a:buNone/>
              <a:defRPr sz="4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C6F7-4184-43B4-BC88-36D00C1218A2}" type="datetimeFigureOut">
              <a:rPr lang="en-AU" smtClean="0"/>
              <a:t>2025-11-22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66542-BC09-44A4-810E-E2CEAB81B6A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5575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C6F7-4184-43B4-BC88-36D00C1218A2}" type="datetimeFigureOut">
              <a:rPr lang="en-AU" smtClean="0"/>
              <a:t>2025-11-22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66542-BC09-44A4-810E-E2CEAB81B6A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8315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833321" y="210792"/>
            <a:ext cx="853708" cy="33552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72197" y="210792"/>
            <a:ext cx="2511633" cy="33552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C6F7-4184-43B4-BC88-36D00C1218A2}" type="datetimeFigureOut">
              <a:rPr lang="en-AU" smtClean="0"/>
              <a:t>2025-11-22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66542-BC09-44A4-810E-E2CEAB81B6A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7290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2197" y="210793"/>
            <a:ext cx="3414832" cy="76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2197" y="1053960"/>
            <a:ext cx="3414832" cy="25120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2197" y="3669616"/>
            <a:ext cx="890826" cy="210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31C6F7-4184-43B4-BC88-36D00C1218A2}" type="datetimeFigureOut">
              <a:rPr lang="en-AU" smtClean="0"/>
              <a:t>2025-11-22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11494" y="3669616"/>
            <a:ext cx="1336238" cy="210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796202" y="3669616"/>
            <a:ext cx="890826" cy="210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266542-BC09-44A4-810E-E2CEAB81B6A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71928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95935" rtl="0" eaLnBrk="1" latinLnBrk="0" hangingPunct="1">
        <a:lnSpc>
          <a:spcPct val="90000"/>
        </a:lnSpc>
        <a:spcBef>
          <a:spcPct val="0"/>
        </a:spcBef>
        <a:buNone/>
        <a:defRPr sz="190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8984" indent="-98984" algn="l" defTabSz="395935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212" kern="1200">
          <a:solidFill>
            <a:schemeClr val="tx1"/>
          </a:solidFill>
          <a:latin typeface="+mn-lt"/>
          <a:ea typeface="+mn-ea"/>
          <a:cs typeface="+mn-cs"/>
        </a:defRPr>
      </a:lvl1pPr>
      <a:lvl2pPr marL="296951" indent="-98984" algn="l" defTabSz="395935" rtl="0" eaLnBrk="1" latinLnBrk="0" hangingPunct="1">
        <a:lnSpc>
          <a:spcPct val="90000"/>
        </a:lnSpc>
        <a:spcBef>
          <a:spcPts val="217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2pPr>
      <a:lvl3pPr marL="494919" indent="-98984" algn="l" defTabSz="395935" rtl="0" eaLnBrk="1" latinLnBrk="0" hangingPunct="1">
        <a:lnSpc>
          <a:spcPct val="90000"/>
        </a:lnSpc>
        <a:spcBef>
          <a:spcPts val="217"/>
        </a:spcBef>
        <a:buFont typeface="Arial" panose="020B0604020202020204" pitchFamily="34" charset="0"/>
        <a:buChar char="•"/>
        <a:defRPr sz="866" kern="1200">
          <a:solidFill>
            <a:schemeClr val="tx1"/>
          </a:solidFill>
          <a:latin typeface="+mn-lt"/>
          <a:ea typeface="+mn-ea"/>
          <a:cs typeface="+mn-cs"/>
        </a:defRPr>
      </a:lvl3pPr>
      <a:lvl4pPr marL="692887" indent="-98984" algn="l" defTabSz="395935" rtl="0" eaLnBrk="1" latinLnBrk="0" hangingPunct="1">
        <a:lnSpc>
          <a:spcPct val="90000"/>
        </a:lnSpc>
        <a:spcBef>
          <a:spcPts val="217"/>
        </a:spcBef>
        <a:buFont typeface="Arial" panose="020B0604020202020204" pitchFamily="34" charset="0"/>
        <a:buChar char="•"/>
        <a:defRPr sz="779" kern="1200">
          <a:solidFill>
            <a:schemeClr val="tx1"/>
          </a:solidFill>
          <a:latin typeface="+mn-lt"/>
          <a:ea typeface="+mn-ea"/>
          <a:cs typeface="+mn-cs"/>
        </a:defRPr>
      </a:lvl4pPr>
      <a:lvl5pPr marL="890854" indent="-98984" algn="l" defTabSz="395935" rtl="0" eaLnBrk="1" latinLnBrk="0" hangingPunct="1">
        <a:lnSpc>
          <a:spcPct val="90000"/>
        </a:lnSpc>
        <a:spcBef>
          <a:spcPts val="217"/>
        </a:spcBef>
        <a:buFont typeface="Arial" panose="020B0604020202020204" pitchFamily="34" charset="0"/>
        <a:buChar char="•"/>
        <a:defRPr sz="779" kern="1200">
          <a:solidFill>
            <a:schemeClr val="tx1"/>
          </a:solidFill>
          <a:latin typeface="+mn-lt"/>
          <a:ea typeface="+mn-ea"/>
          <a:cs typeface="+mn-cs"/>
        </a:defRPr>
      </a:lvl5pPr>
      <a:lvl6pPr marL="1088822" indent="-98984" algn="l" defTabSz="395935" rtl="0" eaLnBrk="1" latinLnBrk="0" hangingPunct="1">
        <a:lnSpc>
          <a:spcPct val="90000"/>
        </a:lnSpc>
        <a:spcBef>
          <a:spcPts val="217"/>
        </a:spcBef>
        <a:buFont typeface="Arial" panose="020B0604020202020204" pitchFamily="34" charset="0"/>
        <a:buChar char="•"/>
        <a:defRPr sz="779" kern="1200">
          <a:solidFill>
            <a:schemeClr val="tx1"/>
          </a:solidFill>
          <a:latin typeface="+mn-lt"/>
          <a:ea typeface="+mn-ea"/>
          <a:cs typeface="+mn-cs"/>
        </a:defRPr>
      </a:lvl6pPr>
      <a:lvl7pPr marL="1286789" indent="-98984" algn="l" defTabSz="395935" rtl="0" eaLnBrk="1" latinLnBrk="0" hangingPunct="1">
        <a:lnSpc>
          <a:spcPct val="90000"/>
        </a:lnSpc>
        <a:spcBef>
          <a:spcPts val="217"/>
        </a:spcBef>
        <a:buFont typeface="Arial" panose="020B0604020202020204" pitchFamily="34" charset="0"/>
        <a:buChar char="•"/>
        <a:defRPr sz="779" kern="1200">
          <a:solidFill>
            <a:schemeClr val="tx1"/>
          </a:solidFill>
          <a:latin typeface="+mn-lt"/>
          <a:ea typeface="+mn-ea"/>
          <a:cs typeface="+mn-cs"/>
        </a:defRPr>
      </a:lvl7pPr>
      <a:lvl8pPr marL="1484757" indent="-98984" algn="l" defTabSz="395935" rtl="0" eaLnBrk="1" latinLnBrk="0" hangingPunct="1">
        <a:lnSpc>
          <a:spcPct val="90000"/>
        </a:lnSpc>
        <a:spcBef>
          <a:spcPts val="217"/>
        </a:spcBef>
        <a:buFont typeface="Arial" panose="020B0604020202020204" pitchFamily="34" charset="0"/>
        <a:buChar char="•"/>
        <a:defRPr sz="779" kern="1200">
          <a:solidFill>
            <a:schemeClr val="tx1"/>
          </a:solidFill>
          <a:latin typeface="+mn-lt"/>
          <a:ea typeface="+mn-ea"/>
          <a:cs typeface="+mn-cs"/>
        </a:defRPr>
      </a:lvl8pPr>
      <a:lvl9pPr marL="1682725" indent="-98984" algn="l" defTabSz="395935" rtl="0" eaLnBrk="1" latinLnBrk="0" hangingPunct="1">
        <a:lnSpc>
          <a:spcPct val="90000"/>
        </a:lnSpc>
        <a:spcBef>
          <a:spcPts val="217"/>
        </a:spcBef>
        <a:buFont typeface="Arial" panose="020B0604020202020204" pitchFamily="34" charset="0"/>
        <a:buChar char="•"/>
        <a:defRPr sz="77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95935" rtl="0" eaLnBrk="1" latinLnBrk="0" hangingPunct="1">
        <a:defRPr sz="779" kern="1200">
          <a:solidFill>
            <a:schemeClr val="tx1"/>
          </a:solidFill>
          <a:latin typeface="+mn-lt"/>
          <a:ea typeface="+mn-ea"/>
          <a:cs typeface="+mn-cs"/>
        </a:defRPr>
      </a:lvl1pPr>
      <a:lvl2pPr marL="197968" algn="l" defTabSz="395935" rtl="0" eaLnBrk="1" latinLnBrk="0" hangingPunct="1">
        <a:defRPr sz="779" kern="1200">
          <a:solidFill>
            <a:schemeClr val="tx1"/>
          </a:solidFill>
          <a:latin typeface="+mn-lt"/>
          <a:ea typeface="+mn-ea"/>
          <a:cs typeface="+mn-cs"/>
        </a:defRPr>
      </a:lvl2pPr>
      <a:lvl3pPr marL="395935" algn="l" defTabSz="395935" rtl="0" eaLnBrk="1" latinLnBrk="0" hangingPunct="1">
        <a:defRPr sz="779" kern="1200">
          <a:solidFill>
            <a:schemeClr val="tx1"/>
          </a:solidFill>
          <a:latin typeface="+mn-lt"/>
          <a:ea typeface="+mn-ea"/>
          <a:cs typeface="+mn-cs"/>
        </a:defRPr>
      </a:lvl3pPr>
      <a:lvl4pPr marL="593903" algn="l" defTabSz="395935" rtl="0" eaLnBrk="1" latinLnBrk="0" hangingPunct="1">
        <a:defRPr sz="779" kern="1200">
          <a:solidFill>
            <a:schemeClr val="tx1"/>
          </a:solidFill>
          <a:latin typeface="+mn-lt"/>
          <a:ea typeface="+mn-ea"/>
          <a:cs typeface="+mn-cs"/>
        </a:defRPr>
      </a:lvl4pPr>
      <a:lvl5pPr marL="791870" algn="l" defTabSz="395935" rtl="0" eaLnBrk="1" latinLnBrk="0" hangingPunct="1">
        <a:defRPr sz="779" kern="1200">
          <a:solidFill>
            <a:schemeClr val="tx1"/>
          </a:solidFill>
          <a:latin typeface="+mn-lt"/>
          <a:ea typeface="+mn-ea"/>
          <a:cs typeface="+mn-cs"/>
        </a:defRPr>
      </a:lvl5pPr>
      <a:lvl6pPr marL="989838" algn="l" defTabSz="395935" rtl="0" eaLnBrk="1" latinLnBrk="0" hangingPunct="1">
        <a:defRPr sz="779" kern="1200">
          <a:solidFill>
            <a:schemeClr val="tx1"/>
          </a:solidFill>
          <a:latin typeface="+mn-lt"/>
          <a:ea typeface="+mn-ea"/>
          <a:cs typeface="+mn-cs"/>
        </a:defRPr>
      </a:lvl6pPr>
      <a:lvl7pPr marL="1187806" algn="l" defTabSz="395935" rtl="0" eaLnBrk="1" latinLnBrk="0" hangingPunct="1">
        <a:defRPr sz="779" kern="1200">
          <a:solidFill>
            <a:schemeClr val="tx1"/>
          </a:solidFill>
          <a:latin typeface="+mn-lt"/>
          <a:ea typeface="+mn-ea"/>
          <a:cs typeface="+mn-cs"/>
        </a:defRPr>
      </a:lvl7pPr>
      <a:lvl8pPr marL="1385773" algn="l" defTabSz="395935" rtl="0" eaLnBrk="1" latinLnBrk="0" hangingPunct="1">
        <a:defRPr sz="779" kern="1200">
          <a:solidFill>
            <a:schemeClr val="tx1"/>
          </a:solidFill>
          <a:latin typeface="+mn-lt"/>
          <a:ea typeface="+mn-ea"/>
          <a:cs typeface="+mn-cs"/>
        </a:defRPr>
      </a:lvl8pPr>
      <a:lvl9pPr marL="1583741" algn="l" defTabSz="395935" rtl="0" eaLnBrk="1" latinLnBrk="0" hangingPunct="1">
        <a:defRPr sz="7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" name="Group 166">
            <a:extLst>
              <a:ext uri="{FF2B5EF4-FFF2-40B4-BE49-F238E27FC236}">
                <a16:creationId xmlns:a16="http://schemas.microsoft.com/office/drawing/2014/main" id="{AC0BDFD2-1ACF-7C63-9F1F-E347F7B0C76F}"/>
              </a:ext>
            </a:extLst>
          </p:cNvPr>
          <p:cNvGrpSpPr/>
          <p:nvPr/>
        </p:nvGrpSpPr>
        <p:grpSpPr>
          <a:xfrm>
            <a:off x="179388" y="574675"/>
            <a:ext cx="2879726" cy="2592388"/>
            <a:chOff x="179388" y="574675"/>
            <a:chExt cx="2879726" cy="259238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748251-8391-12CC-653F-EF2EE70B538C}"/>
                </a:ext>
              </a:extLst>
            </p:cNvPr>
            <p:cNvSpPr/>
            <p:nvPr/>
          </p:nvSpPr>
          <p:spPr>
            <a:xfrm>
              <a:off x="179388" y="574675"/>
              <a:ext cx="2879726" cy="2592388"/>
            </a:xfrm>
            <a:prstGeom prst="rect">
              <a:avLst/>
            </a:prstGeom>
            <a:noFill/>
            <a:ln w="72000">
              <a:solidFill>
                <a:schemeClr val="bg1">
                  <a:alpha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cap="all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5A2DA79-2B77-E657-BC4C-7F944D151484}"/>
                </a:ext>
              </a:extLst>
            </p:cNvPr>
            <p:cNvCxnSpPr>
              <a:cxnSpLocks/>
            </p:cNvCxnSpPr>
            <p:nvPr/>
          </p:nvCxnSpPr>
          <p:spPr>
            <a:xfrm>
              <a:off x="215325" y="863600"/>
              <a:ext cx="2808863" cy="0"/>
            </a:xfrm>
            <a:prstGeom prst="line">
              <a:avLst/>
            </a:prstGeom>
            <a:ln w="72000">
              <a:solidFill>
                <a:schemeClr val="bg1">
                  <a:alpha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0302219-335F-1CAD-B656-7C4B028B67FA}"/>
                </a:ext>
              </a:extLst>
            </p:cNvPr>
            <p:cNvSpPr txBox="1"/>
            <p:nvPr/>
          </p:nvSpPr>
          <p:spPr>
            <a:xfrm>
              <a:off x="215900" y="611188"/>
              <a:ext cx="216000" cy="216000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10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#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C3485C0-DF41-5571-5C23-FAA73E6C0B24}"/>
                </a:ext>
              </a:extLst>
            </p:cNvPr>
            <p:cNvSpPr txBox="1"/>
            <p:nvPr/>
          </p:nvSpPr>
          <p:spPr>
            <a:xfrm>
              <a:off x="215800" y="935038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1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561D8DF-4B51-EB9D-D84F-F870344F95AF}"/>
                </a:ext>
              </a:extLst>
            </p:cNvPr>
            <p:cNvSpPr txBox="1"/>
            <p:nvPr/>
          </p:nvSpPr>
          <p:spPr>
            <a:xfrm>
              <a:off x="215900" y="1079500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2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2D433AC-D3DA-DF47-7491-9B9DED299A31}"/>
                </a:ext>
              </a:extLst>
            </p:cNvPr>
            <p:cNvSpPr txBox="1"/>
            <p:nvPr/>
          </p:nvSpPr>
          <p:spPr>
            <a:xfrm>
              <a:off x="215900" y="1225551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3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01605C2-AB10-5AF6-A7D0-D390F6E1B768}"/>
                </a:ext>
              </a:extLst>
            </p:cNvPr>
            <p:cNvSpPr txBox="1"/>
            <p:nvPr/>
          </p:nvSpPr>
          <p:spPr>
            <a:xfrm>
              <a:off x="215900" y="1366838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4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6F60125-7FB5-5C4D-12D0-58DAC7E73341}"/>
                </a:ext>
              </a:extLst>
            </p:cNvPr>
            <p:cNvSpPr txBox="1"/>
            <p:nvPr/>
          </p:nvSpPr>
          <p:spPr>
            <a:xfrm>
              <a:off x="215800" y="1511300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5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1A396C2-C4C5-229C-5C70-7B998227C649}"/>
                </a:ext>
              </a:extLst>
            </p:cNvPr>
            <p:cNvSpPr txBox="1"/>
            <p:nvPr/>
          </p:nvSpPr>
          <p:spPr>
            <a:xfrm>
              <a:off x="215900" y="1655763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6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8EDEED4-90E7-4C29-C385-C787F04CBE4A}"/>
                </a:ext>
              </a:extLst>
            </p:cNvPr>
            <p:cNvSpPr txBox="1"/>
            <p:nvPr/>
          </p:nvSpPr>
          <p:spPr>
            <a:xfrm>
              <a:off x="215900" y="1800225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E6191FB-C98C-AFBD-0F66-F582DB17C65A}"/>
                </a:ext>
              </a:extLst>
            </p:cNvPr>
            <p:cNvSpPr txBox="1"/>
            <p:nvPr/>
          </p:nvSpPr>
          <p:spPr>
            <a:xfrm>
              <a:off x="215900" y="1943101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27C2C66-0500-8B09-1724-6C6E08950822}"/>
                </a:ext>
              </a:extLst>
            </p:cNvPr>
            <p:cNvSpPr txBox="1"/>
            <p:nvPr/>
          </p:nvSpPr>
          <p:spPr>
            <a:xfrm>
              <a:off x="215900" y="2087563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9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459CA6D-1C26-EC63-D458-E171745E98BF}"/>
                </a:ext>
              </a:extLst>
            </p:cNvPr>
            <p:cNvSpPr txBox="1"/>
            <p:nvPr/>
          </p:nvSpPr>
          <p:spPr>
            <a:xfrm>
              <a:off x="215800" y="2232025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10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8E54394-DE9D-628A-786C-C8EC8568A2F6}"/>
                </a:ext>
              </a:extLst>
            </p:cNvPr>
            <p:cNvSpPr txBox="1"/>
            <p:nvPr/>
          </p:nvSpPr>
          <p:spPr>
            <a:xfrm>
              <a:off x="215900" y="2374901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11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DA912A3-D3E6-CB62-49AA-F3B712470A28}"/>
                </a:ext>
              </a:extLst>
            </p:cNvPr>
            <p:cNvSpPr txBox="1"/>
            <p:nvPr/>
          </p:nvSpPr>
          <p:spPr>
            <a:xfrm>
              <a:off x="215800" y="2520951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12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1A6448E-601E-6863-CE79-7D5472AC156A}"/>
                </a:ext>
              </a:extLst>
            </p:cNvPr>
            <p:cNvSpPr txBox="1"/>
            <p:nvPr/>
          </p:nvSpPr>
          <p:spPr>
            <a:xfrm>
              <a:off x="215800" y="2663826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13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EAE6560-587C-69F8-BB41-845E3A718109}"/>
                </a:ext>
              </a:extLst>
            </p:cNvPr>
            <p:cNvSpPr txBox="1"/>
            <p:nvPr/>
          </p:nvSpPr>
          <p:spPr>
            <a:xfrm>
              <a:off x="215800" y="2808288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14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9815C80-849A-4375-25F5-26B6681C6566}"/>
                </a:ext>
              </a:extLst>
            </p:cNvPr>
            <p:cNvSpPr txBox="1"/>
            <p:nvPr/>
          </p:nvSpPr>
          <p:spPr>
            <a:xfrm>
              <a:off x="215900" y="2951163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15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E885BFC-ED47-11AE-02B3-869088D773D4}"/>
                </a:ext>
              </a:extLst>
            </p:cNvPr>
            <p:cNvSpPr txBox="1"/>
            <p:nvPr/>
          </p:nvSpPr>
          <p:spPr>
            <a:xfrm>
              <a:off x="1295399" y="611088"/>
              <a:ext cx="1728789" cy="216000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10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Hand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624CED1-BB74-5737-E2E7-3B5C1A7600CA}"/>
                </a:ext>
              </a:extLst>
            </p:cNvPr>
            <p:cNvSpPr txBox="1"/>
            <p:nvPr/>
          </p:nvSpPr>
          <p:spPr>
            <a:xfrm>
              <a:off x="1295400" y="935038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Single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C84D192-8F0E-4979-97FD-E97E5AAF8106}"/>
                </a:ext>
              </a:extLst>
            </p:cNvPr>
            <p:cNvSpPr txBox="1"/>
            <p:nvPr/>
          </p:nvSpPr>
          <p:spPr>
            <a:xfrm>
              <a:off x="1295401" y="1079501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Pair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75C32AB-9A74-00F9-EBF3-470A34FEC752}"/>
                </a:ext>
              </a:extLst>
            </p:cNvPr>
            <p:cNvSpPr txBox="1"/>
            <p:nvPr/>
          </p:nvSpPr>
          <p:spPr>
            <a:xfrm>
              <a:off x="1295401" y="1222376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3 Card Flush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975DC10-7B2D-2096-0B89-7C5A57F7FC8B}"/>
                </a:ext>
              </a:extLst>
            </p:cNvPr>
            <p:cNvSpPr txBox="1"/>
            <p:nvPr/>
          </p:nvSpPr>
          <p:spPr>
            <a:xfrm>
              <a:off x="1295401" y="1366838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3 Card Straight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77075EA-8CFF-733A-10F7-980893BB4D3F}"/>
                </a:ext>
              </a:extLst>
            </p:cNvPr>
            <p:cNvSpPr txBox="1"/>
            <p:nvPr/>
          </p:nvSpPr>
          <p:spPr>
            <a:xfrm>
              <a:off x="1295401" y="1511301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Two Pair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6D5C301-DB64-CD13-AB14-AA7BA0CF8E00}"/>
                </a:ext>
              </a:extLst>
            </p:cNvPr>
            <p:cNvSpPr txBox="1"/>
            <p:nvPr/>
          </p:nvSpPr>
          <p:spPr>
            <a:xfrm>
              <a:off x="1295401" y="1655763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4 Card Flush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B7927C1F-1009-CA07-AC5E-B65A8099D687}"/>
                </a:ext>
              </a:extLst>
            </p:cNvPr>
            <p:cNvSpPr txBox="1"/>
            <p:nvPr/>
          </p:nvSpPr>
          <p:spPr>
            <a:xfrm>
              <a:off x="1295401" y="1798638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4 Card Straight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5CA868A-5B07-A41C-E5BD-B7533582E330}"/>
                </a:ext>
              </a:extLst>
            </p:cNvPr>
            <p:cNvSpPr txBox="1"/>
            <p:nvPr/>
          </p:nvSpPr>
          <p:spPr>
            <a:xfrm>
              <a:off x="1295401" y="1943101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3 of a Kind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D493A1D-0A01-6138-CD9C-E8AB33246752}"/>
                </a:ext>
              </a:extLst>
            </p:cNvPr>
            <p:cNvSpPr txBox="1"/>
            <p:nvPr/>
          </p:nvSpPr>
          <p:spPr>
            <a:xfrm>
              <a:off x="1295401" y="2087563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3 Card Straight Flush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A1A929E-C3D5-064F-4FB8-974069AEEB57}"/>
                </a:ext>
              </a:extLst>
            </p:cNvPr>
            <p:cNvSpPr txBox="1"/>
            <p:nvPr/>
          </p:nvSpPr>
          <p:spPr>
            <a:xfrm>
              <a:off x="1295401" y="2232025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5 Card Straight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716EE40-1961-9985-DFC2-5869C81F6A0F}"/>
                </a:ext>
              </a:extLst>
            </p:cNvPr>
            <p:cNvSpPr txBox="1"/>
            <p:nvPr/>
          </p:nvSpPr>
          <p:spPr>
            <a:xfrm>
              <a:off x="1295401" y="2374901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5 Card Flush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29FE9B8-A1DA-A982-28E1-7ECDBAEE6A56}"/>
                </a:ext>
              </a:extLst>
            </p:cNvPr>
            <p:cNvSpPr txBox="1"/>
            <p:nvPr/>
          </p:nvSpPr>
          <p:spPr>
            <a:xfrm>
              <a:off x="1295401" y="2519363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Full House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DF4E23C-ACD2-0540-3F9A-C831BA394844}"/>
                </a:ext>
              </a:extLst>
            </p:cNvPr>
            <p:cNvSpPr txBox="1"/>
            <p:nvPr/>
          </p:nvSpPr>
          <p:spPr>
            <a:xfrm>
              <a:off x="1295401" y="2663826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4 Card Straight Flush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21AFE75-3128-1A63-542B-87C1B1821C49}"/>
                </a:ext>
              </a:extLst>
            </p:cNvPr>
            <p:cNvSpPr txBox="1"/>
            <p:nvPr/>
          </p:nvSpPr>
          <p:spPr>
            <a:xfrm>
              <a:off x="1295401" y="2806701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4 of a Kind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D603F158-F38D-5A3E-7210-CE255E187043}"/>
                </a:ext>
              </a:extLst>
            </p:cNvPr>
            <p:cNvSpPr txBox="1"/>
            <p:nvPr/>
          </p:nvSpPr>
          <p:spPr>
            <a:xfrm>
              <a:off x="1295401" y="2951163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5 Card Straight Flush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8A0E847-6E27-1AD2-2C2C-2C8DE104D5DC}"/>
                </a:ext>
              </a:extLst>
            </p:cNvPr>
            <p:cNvSpPr txBox="1"/>
            <p:nvPr/>
          </p:nvSpPr>
          <p:spPr>
            <a:xfrm>
              <a:off x="503238" y="9350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J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1108462F-0B66-FD64-5BDB-14347F8161F3}"/>
                </a:ext>
              </a:extLst>
            </p:cNvPr>
            <p:cNvSpPr txBox="1"/>
            <p:nvPr/>
          </p:nvSpPr>
          <p:spPr>
            <a:xfrm>
              <a:off x="502444" y="2806701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2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B85C3D66-0715-74DB-0049-725FE48646D0}"/>
                </a:ext>
              </a:extLst>
            </p:cNvPr>
            <p:cNvSpPr txBox="1"/>
            <p:nvPr/>
          </p:nvSpPr>
          <p:spPr>
            <a:xfrm>
              <a:off x="646907" y="2806700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2</a:t>
              </a:r>
            </a:p>
          </p:txBody>
        </p:sp>
        <p:sp>
          <p:nvSpPr>
            <p:cNvPr id="63" name="Heart 62">
              <a:extLst>
                <a:ext uri="{FF2B5EF4-FFF2-40B4-BE49-F238E27FC236}">
                  <a16:creationId xmlns:a16="http://schemas.microsoft.com/office/drawing/2014/main" id="{77589E5D-17A5-398B-F986-D19E0F5F8521}"/>
                </a:ext>
              </a:extLst>
            </p:cNvPr>
            <p:cNvSpPr/>
            <p:nvPr/>
          </p:nvSpPr>
          <p:spPr>
            <a:xfrm>
              <a:off x="506275" y="1227000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6" name="Heart 65">
              <a:extLst>
                <a:ext uri="{FF2B5EF4-FFF2-40B4-BE49-F238E27FC236}">
                  <a16:creationId xmlns:a16="http://schemas.microsoft.com/office/drawing/2014/main" id="{B2928FE0-E31E-4824-702E-E95C23C5A1D6}"/>
                </a:ext>
              </a:extLst>
            </p:cNvPr>
            <p:cNvSpPr/>
            <p:nvPr/>
          </p:nvSpPr>
          <p:spPr>
            <a:xfrm>
              <a:off x="650738" y="1227000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7" name="Heart 66">
              <a:extLst>
                <a:ext uri="{FF2B5EF4-FFF2-40B4-BE49-F238E27FC236}">
                  <a16:creationId xmlns:a16="http://schemas.microsoft.com/office/drawing/2014/main" id="{954495F6-6969-83D6-44A4-9202D62A1FE3}"/>
                </a:ext>
              </a:extLst>
            </p:cNvPr>
            <p:cNvSpPr/>
            <p:nvPr/>
          </p:nvSpPr>
          <p:spPr>
            <a:xfrm>
              <a:off x="795200" y="1227000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8" name="Heart 67">
              <a:extLst>
                <a:ext uri="{FF2B5EF4-FFF2-40B4-BE49-F238E27FC236}">
                  <a16:creationId xmlns:a16="http://schemas.microsoft.com/office/drawing/2014/main" id="{13243B9B-F079-897A-1D4B-E27C0438DABD}"/>
                </a:ext>
              </a:extLst>
            </p:cNvPr>
            <p:cNvSpPr/>
            <p:nvPr/>
          </p:nvSpPr>
          <p:spPr>
            <a:xfrm>
              <a:off x="506275" y="1659262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9" name="Heart 68">
              <a:extLst>
                <a:ext uri="{FF2B5EF4-FFF2-40B4-BE49-F238E27FC236}">
                  <a16:creationId xmlns:a16="http://schemas.microsoft.com/office/drawing/2014/main" id="{CB99E90B-67E3-52B4-CCCA-CB2FB01461EC}"/>
                </a:ext>
              </a:extLst>
            </p:cNvPr>
            <p:cNvSpPr/>
            <p:nvPr/>
          </p:nvSpPr>
          <p:spPr>
            <a:xfrm>
              <a:off x="650738" y="1659262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0" name="Heart 69">
              <a:extLst>
                <a:ext uri="{FF2B5EF4-FFF2-40B4-BE49-F238E27FC236}">
                  <a16:creationId xmlns:a16="http://schemas.microsoft.com/office/drawing/2014/main" id="{12E430D6-C0E4-EE65-AD55-D556EE220DC0}"/>
                </a:ext>
              </a:extLst>
            </p:cNvPr>
            <p:cNvSpPr/>
            <p:nvPr/>
          </p:nvSpPr>
          <p:spPr>
            <a:xfrm>
              <a:off x="795200" y="1658800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1" name="Heart 70">
              <a:extLst>
                <a:ext uri="{FF2B5EF4-FFF2-40B4-BE49-F238E27FC236}">
                  <a16:creationId xmlns:a16="http://schemas.microsoft.com/office/drawing/2014/main" id="{968DF257-652A-B203-EFF2-04184F67CB50}"/>
                </a:ext>
              </a:extLst>
            </p:cNvPr>
            <p:cNvSpPr/>
            <p:nvPr/>
          </p:nvSpPr>
          <p:spPr>
            <a:xfrm>
              <a:off x="939663" y="1658800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2" name="Heart 71">
              <a:extLst>
                <a:ext uri="{FF2B5EF4-FFF2-40B4-BE49-F238E27FC236}">
                  <a16:creationId xmlns:a16="http://schemas.microsoft.com/office/drawing/2014/main" id="{2E06F90E-1784-FA08-93D7-1275CF914C16}"/>
                </a:ext>
              </a:extLst>
            </p:cNvPr>
            <p:cNvSpPr/>
            <p:nvPr/>
          </p:nvSpPr>
          <p:spPr>
            <a:xfrm>
              <a:off x="506275" y="2379987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3" name="Heart 72">
              <a:extLst>
                <a:ext uri="{FF2B5EF4-FFF2-40B4-BE49-F238E27FC236}">
                  <a16:creationId xmlns:a16="http://schemas.microsoft.com/office/drawing/2014/main" id="{B11D6E9D-D2E6-C4B4-F5FC-E0128749F7E1}"/>
                </a:ext>
              </a:extLst>
            </p:cNvPr>
            <p:cNvSpPr/>
            <p:nvPr/>
          </p:nvSpPr>
          <p:spPr>
            <a:xfrm>
              <a:off x="650738" y="2379987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4" name="Heart 73">
              <a:extLst>
                <a:ext uri="{FF2B5EF4-FFF2-40B4-BE49-F238E27FC236}">
                  <a16:creationId xmlns:a16="http://schemas.microsoft.com/office/drawing/2014/main" id="{AEC2A762-6EAC-11E7-F68E-19E714202C3F}"/>
                </a:ext>
              </a:extLst>
            </p:cNvPr>
            <p:cNvSpPr/>
            <p:nvPr/>
          </p:nvSpPr>
          <p:spPr>
            <a:xfrm>
              <a:off x="795200" y="2379525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5" name="Heart 74">
              <a:extLst>
                <a:ext uri="{FF2B5EF4-FFF2-40B4-BE49-F238E27FC236}">
                  <a16:creationId xmlns:a16="http://schemas.microsoft.com/office/drawing/2014/main" id="{E9692EE1-4137-45CF-93CB-DD48A3C2C4A6}"/>
                </a:ext>
              </a:extLst>
            </p:cNvPr>
            <p:cNvSpPr/>
            <p:nvPr/>
          </p:nvSpPr>
          <p:spPr>
            <a:xfrm>
              <a:off x="939663" y="2379525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6" name="Heart 75">
              <a:extLst>
                <a:ext uri="{FF2B5EF4-FFF2-40B4-BE49-F238E27FC236}">
                  <a16:creationId xmlns:a16="http://schemas.microsoft.com/office/drawing/2014/main" id="{BE7A1232-EAA1-B8E0-91EB-35FC4AF691FF}"/>
                </a:ext>
              </a:extLst>
            </p:cNvPr>
            <p:cNvSpPr/>
            <p:nvPr/>
          </p:nvSpPr>
          <p:spPr>
            <a:xfrm>
              <a:off x="1082538" y="2379524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34912C8E-74AD-34FF-19DB-E66D0DE1A1CC}"/>
                </a:ext>
              </a:extLst>
            </p:cNvPr>
            <p:cNvSpPr txBox="1"/>
            <p:nvPr/>
          </p:nvSpPr>
          <p:spPr>
            <a:xfrm>
              <a:off x="502444" y="13668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9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1840613D-CB7E-7E99-15F4-D5E8B2808DE0}"/>
                </a:ext>
              </a:extLst>
            </p:cNvPr>
            <p:cNvSpPr txBox="1"/>
            <p:nvPr/>
          </p:nvSpPr>
          <p:spPr>
            <a:xfrm>
              <a:off x="646907" y="13668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7D023F77-9B98-9D84-60E5-E5A6AE8598F4}"/>
                </a:ext>
              </a:extLst>
            </p:cNvPr>
            <p:cNvSpPr txBox="1"/>
            <p:nvPr/>
          </p:nvSpPr>
          <p:spPr>
            <a:xfrm>
              <a:off x="791369" y="13668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B7FC4361-613E-8615-805B-158685C4ED74}"/>
                </a:ext>
              </a:extLst>
            </p:cNvPr>
            <p:cNvSpPr txBox="1"/>
            <p:nvPr/>
          </p:nvSpPr>
          <p:spPr>
            <a:xfrm>
              <a:off x="502444" y="1511302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Q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C0FDACDC-3B99-3051-72F8-CDFBA927E6E8}"/>
                </a:ext>
              </a:extLst>
            </p:cNvPr>
            <p:cNvSpPr txBox="1"/>
            <p:nvPr/>
          </p:nvSpPr>
          <p:spPr>
            <a:xfrm>
              <a:off x="646907" y="1511301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Q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09E362E3-8268-2E5F-257B-C205AB350326}"/>
                </a:ext>
              </a:extLst>
            </p:cNvPr>
            <p:cNvSpPr txBox="1"/>
            <p:nvPr/>
          </p:nvSpPr>
          <p:spPr>
            <a:xfrm>
              <a:off x="791369" y="1511301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D720DEAB-F96A-2DCF-139A-8161297E86C0}"/>
                </a:ext>
              </a:extLst>
            </p:cNvPr>
            <p:cNvSpPr txBox="1"/>
            <p:nvPr/>
          </p:nvSpPr>
          <p:spPr>
            <a:xfrm>
              <a:off x="935832" y="1511300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DE029614-A997-63FA-F4C5-562DD8329262}"/>
                </a:ext>
              </a:extLst>
            </p:cNvPr>
            <p:cNvSpPr txBox="1"/>
            <p:nvPr/>
          </p:nvSpPr>
          <p:spPr>
            <a:xfrm>
              <a:off x="502444" y="1800225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9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D6D4CB90-F405-08B9-9ECD-A21E39283134}"/>
                </a:ext>
              </a:extLst>
            </p:cNvPr>
            <p:cNvSpPr txBox="1"/>
            <p:nvPr/>
          </p:nvSpPr>
          <p:spPr>
            <a:xfrm>
              <a:off x="646907" y="1800225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C2E94285-C23D-52DF-0DEB-0894A18C3452}"/>
                </a:ext>
              </a:extLst>
            </p:cNvPr>
            <p:cNvSpPr txBox="1"/>
            <p:nvPr/>
          </p:nvSpPr>
          <p:spPr>
            <a:xfrm>
              <a:off x="791369" y="1800225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3CC21438-5172-0577-6DDB-65A82492B330}"/>
                </a:ext>
              </a:extLst>
            </p:cNvPr>
            <p:cNvSpPr txBox="1"/>
            <p:nvPr/>
          </p:nvSpPr>
          <p:spPr>
            <a:xfrm>
              <a:off x="935832" y="1800225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6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5316C893-A88D-DA5F-DEBA-0600064B13B2}"/>
                </a:ext>
              </a:extLst>
            </p:cNvPr>
            <p:cNvSpPr txBox="1"/>
            <p:nvPr/>
          </p:nvSpPr>
          <p:spPr>
            <a:xfrm>
              <a:off x="502444" y="22304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9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3F1F57D4-B527-6C38-C107-377D53E10C1E}"/>
                </a:ext>
              </a:extLst>
            </p:cNvPr>
            <p:cNvSpPr txBox="1"/>
            <p:nvPr/>
          </p:nvSpPr>
          <p:spPr>
            <a:xfrm>
              <a:off x="646907" y="22304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7FFAC251-9AA3-A38A-3C64-5983A790F8BF}"/>
                </a:ext>
              </a:extLst>
            </p:cNvPr>
            <p:cNvSpPr txBox="1"/>
            <p:nvPr/>
          </p:nvSpPr>
          <p:spPr>
            <a:xfrm>
              <a:off x="791369" y="22304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CA2BAB5D-4C9E-2BA5-8E26-06CF04A3CCD3}"/>
                </a:ext>
              </a:extLst>
            </p:cNvPr>
            <p:cNvSpPr txBox="1"/>
            <p:nvPr/>
          </p:nvSpPr>
          <p:spPr>
            <a:xfrm>
              <a:off x="935832" y="22304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6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909B618F-5EAD-1027-FD33-9E88223290B4}"/>
                </a:ext>
              </a:extLst>
            </p:cNvPr>
            <p:cNvSpPr txBox="1"/>
            <p:nvPr/>
          </p:nvSpPr>
          <p:spPr>
            <a:xfrm>
              <a:off x="1078707" y="22304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5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88B9CE91-BAB2-C866-F3C7-A34D170609FB}"/>
                </a:ext>
              </a:extLst>
            </p:cNvPr>
            <p:cNvSpPr txBox="1"/>
            <p:nvPr/>
          </p:nvSpPr>
          <p:spPr>
            <a:xfrm>
              <a:off x="502444" y="1943100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01B79218-4642-1C40-73A7-4B1983C3B64E}"/>
                </a:ext>
              </a:extLst>
            </p:cNvPr>
            <p:cNvSpPr txBox="1"/>
            <p:nvPr/>
          </p:nvSpPr>
          <p:spPr>
            <a:xfrm>
              <a:off x="646906" y="1943101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A127DFA6-FB12-45DC-E5C6-825408F5A818}"/>
                </a:ext>
              </a:extLst>
            </p:cNvPr>
            <p:cNvSpPr txBox="1"/>
            <p:nvPr/>
          </p:nvSpPr>
          <p:spPr>
            <a:xfrm>
              <a:off x="791369" y="1943100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637BD60E-6D37-939F-94A1-3FF5FE49CFFC}"/>
                </a:ext>
              </a:extLst>
            </p:cNvPr>
            <p:cNvSpPr txBox="1"/>
            <p:nvPr/>
          </p:nvSpPr>
          <p:spPr>
            <a:xfrm>
              <a:off x="645319" y="2519363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K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E9A61EC3-953A-FA25-33BE-FF3342AF6875}"/>
                </a:ext>
              </a:extLst>
            </p:cNvPr>
            <p:cNvSpPr txBox="1"/>
            <p:nvPr/>
          </p:nvSpPr>
          <p:spPr>
            <a:xfrm>
              <a:off x="789782" y="2519362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K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AC3ACF10-4367-94C9-AD44-C9F35FB9482D}"/>
                </a:ext>
              </a:extLst>
            </p:cNvPr>
            <p:cNvSpPr txBox="1"/>
            <p:nvPr/>
          </p:nvSpPr>
          <p:spPr>
            <a:xfrm>
              <a:off x="934244" y="2519362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6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1F961A8F-3BBD-0943-0B73-3EA270D5B883}"/>
                </a:ext>
              </a:extLst>
            </p:cNvPr>
            <p:cNvSpPr txBox="1"/>
            <p:nvPr/>
          </p:nvSpPr>
          <p:spPr>
            <a:xfrm>
              <a:off x="1078707" y="2519361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6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A7679F6D-59B4-AA9E-081E-C6032819C283}"/>
                </a:ext>
              </a:extLst>
            </p:cNvPr>
            <p:cNvSpPr txBox="1"/>
            <p:nvPr/>
          </p:nvSpPr>
          <p:spPr>
            <a:xfrm>
              <a:off x="502444" y="2519363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K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FA3C5C37-5DD5-E445-CBCF-0CEC91AD1E7B}"/>
                </a:ext>
              </a:extLst>
            </p:cNvPr>
            <p:cNvSpPr txBox="1"/>
            <p:nvPr/>
          </p:nvSpPr>
          <p:spPr>
            <a:xfrm>
              <a:off x="791369" y="2806701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2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DBAA7EF2-EFA1-F5BA-E096-2071ED2F1645}"/>
                </a:ext>
              </a:extLst>
            </p:cNvPr>
            <p:cNvSpPr txBox="1"/>
            <p:nvPr/>
          </p:nvSpPr>
          <p:spPr>
            <a:xfrm>
              <a:off x="935832" y="2806700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2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305C7E0D-5F13-4494-11DC-1026C2B59252}"/>
                </a:ext>
              </a:extLst>
            </p:cNvPr>
            <p:cNvSpPr txBox="1"/>
            <p:nvPr/>
          </p:nvSpPr>
          <p:spPr>
            <a:xfrm>
              <a:off x="502444" y="1079502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9C9FD462-E8DB-47E5-CFE1-CBABA32EABF2}"/>
                </a:ext>
              </a:extLst>
            </p:cNvPr>
            <p:cNvSpPr txBox="1"/>
            <p:nvPr/>
          </p:nvSpPr>
          <p:spPr>
            <a:xfrm>
              <a:off x="646907" y="1079501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137" name="Heart 136">
              <a:extLst>
                <a:ext uri="{FF2B5EF4-FFF2-40B4-BE49-F238E27FC236}">
                  <a16:creationId xmlns:a16="http://schemas.microsoft.com/office/drawing/2014/main" id="{EA606E2D-FD1A-F6CA-8E09-99E491312E48}"/>
                </a:ext>
              </a:extLst>
            </p:cNvPr>
            <p:cNvSpPr/>
            <p:nvPr/>
          </p:nvSpPr>
          <p:spPr>
            <a:xfrm>
              <a:off x="506275" y="2956251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38" name="Heart 137">
              <a:extLst>
                <a:ext uri="{FF2B5EF4-FFF2-40B4-BE49-F238E27FC236}">
                  <a16:creationId xmlns:a16="http://schemas.microsoft.com/office/drawing/2014/main" id="{8E07621C-9649-0111-1592-C30EC761C5F6}"/>
                </a:ext>
              </a:extLst>
            </p:cNvPr>
            <p:cNvSpPr/>
            <p:nvPr/>
          </p:nvSpPr>
          <p:spPr>
            <a:xfrm>
              <a:off x="650738" y="2956251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39" name="Heart 138">
              <a:extLst>
                <a:ext uri="{FF2B5EF4-FFF2-40B4-BE49-F238E27FC236}">
                  <a16:creationId xmlns:a16="http://schemas.microsoft.com/office/drawing/2014/main" id="{3A6CB8E3-0926-2770-4E53-6D479793CF0E}"/>
                </a:ext>
              </a:extLst>
            </p:cNvPr>
            <p:cNvSpPr/>
            <p:nvPr/>
          </p:nvSpPr>
          <p:spPr>
            <a:xfrm>
              <a:off x="795200" y="2955789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0" name="Heart 139">
              <a:extLst>
                <a:ext uri="{FF2B5EF4-FFF2-40B4-BE49-F238E27FC236}">
                  <a16:creationId xmlns:a16="http://schemas.microsoft.com/office/drawing/2014/main" id="{22DDAA24-D561-29BD-A8DA-1B3D12DCDA9B}"/>
                </a:ext>
              </a:extLst>
            </p:cNvPr>
            <p:cNvSpPr/>
            <p:nvPr/>
          </p:nvSpPr>
          <p:spPr>
            <a:xfrm>
              <a:off x="939663" y="2955789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1" name="Heart 140">
              <a:extLst>
                <a:ext uri="{FF2B5EF4-FFF2-40B4-BE49-F238E27FC236}">
                  <a16:creationId xmlns:a16="http://schemas.microsoft.com/office/drawing/2014/main" id="{DE970106-AF13-25E1-9F23-E3661C46E1B6}"/>
                </a:ext>
              </a:extLst>
            </p:cNvPr>
            <p:cNvSpPr/>
            <p:nvPr/>
          </p:nvSpPr>
          <p:spPr>
            <a:xfrm>
              <a:off x="1082538" y="2955788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2" name="Heart 141">
              <a:extLst>
                <a:ext uri="{FF2B5EF4-FFF2-40B4-BE49-F238E27FC236}">
                  <a16:creationId xmlns:a16="http://schemas.microsoft.com/office/drawing/2014/main" id="{F81811C6-3FAB-4F27-2468-4EBBD4DDB5E8}"/>
                </a:ext>
              </a:extLst>
            </p:cNvPr>
            <p:cNvSpPr/>
            <p:nvPr/>
          </p:nvSpPr>
          <p:spPr>
            <a:xfrm>
              <a:off x="506275" y="2667326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3" name="Heart 142">
              <a:extLst>
                <a:ext uri="{FF2B5EF4-FFF2-40B4-BE49-F238E27FC236}">
                  <a16:creationId xmlns:a16="http://schemas.microsoft.com/office/drawing/2014/main" id="{28568844-2932-865F-121C-A55E01809F2B}"/>
                </a:ext>
              </a:extLst>
            </p:cNvPr>
            <p:cNvSpPr/>
            <p:nvPr/>
          </p:nvSpPr>
          <p:spPr>
            <a:xfrm>
              <a:off x="650738" y="2667326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4" name="Heart 143">
              <a:extLst>
                <a:ext uri="{FF2B5EF4-FFF2-40B4-BE49-F238E27FC236}">
                  <a16:creationId xmlns:a16="http://schemas.microsoft.com/office/drawing/2014/main" id="{A428D21B-CDBE-882A-FCC9-2DFF7DC083C6}"/>
                </a:ext>
              </a:extLst>
            </p:cNvPr>
            <p:cNvSpPr/>
            <p:nvPr/>
          </p:nvSpPr>
          <p:spPr>
            <a:xfrm>
              <a:off x="795200" y="2666864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5" name="Heart 144">
              <a:extLst>
                <a:ext uri="{FF2B5EF4-FFF2-40B4-BE49-F238E27FC236}">
                  <a16:creationId xmlns:a16="http://schemas.microsoft.com/office/drawing/2014/main" id="{BDF5E318-C337-358B-D11E-12E8887A7B35}"/>
                </a:ext>
              </a:extLst>
            </p:cNvPr>
            <p:cNvSpPr/>
            <p:nvPr/>
          </p:nvSpPr>
          <p:spPr>
            <a:xfrm>
              <a:off x="939663" y="2666864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7" name="Heart 146">
              <a:extLst>
                <a:ext uri="{FF2B5EF4-FFF2-40B4-BE49-F238E27FC236}">
                  <a16:creationId xmlns:a16="http://schemas.microsoft.com/office/drawing/2014/main" id="{202BD435-EBD1-B8CD-171F-74A0EDC0D332}"/>
                </a:ext>
              </a:extLst>
            </p:cNvPr>
            <p:cNvSpPr/>
            <p:nvPr/>
          </p:nvSpPr>
          <p:spPr>
            <a:xfrm>
              <a:off x="506275" y="2091063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8" name="Heart 147">
              <a:extLst>
                <a:ext uri="{FF2B5EF4-FFF2-40B4-BE49-F238E27FC236}">
                  <a16:creationId xmlns:a16="http://schemas.microsoft.com/office/drawing/2014/main" id="{2C5D24F4-05AC-AB27-EB21-9D3185705ECE}"/>
                </a:ext>
              </a:extLst>
            </p:cNvPr>
            <p:cNvSpPr/>
            <p:nvPr/>
          </p:nvSpPr>
          <p:spPr>
            <a:xfrm>
              <a:off x="650738" y="2091063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9" name="Heart 148">
              <a:extLst>
                <a:ext uri="{FF2B5EF4-FFF2-40B4-BE49-F238E27FC236}">
                  <a16:creationId xmlns:a16="http://schemas.microsoft.com/office/drawing/2014/main" id="{674A0D3C-8884-DDBC-8CCE-1689504F7144}"/>
                </a:ext>
              </a:extLst>
            </p:cNvPr>
            <p:cNvSpPr/>
            <p:nvPr/>
          </p:nvSpPr>
          <p:spPr>
            <a:xfrm>
              <a:off x="795200" y="2090601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0043776A-BB2C-959F-347F-FFF81F1B6F47}"/>
                </a:ext>
              </a:extLst>
            </p:cNvPr>
            <p:cNvSpPr txBox="1"/>
            <p:nvPr/>
          </p:nvSpPr>
          <p:spPr>
            <a:xfrm>
              <a:off x="502444" y="2951957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9</a:t>
              </a: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C78F04EC-E4EC-B14C-8FF4-F7123959E47E}"/>
                </a:ext>
              </a:extLst>
            </p:cNvPr>
            <p:cNvSpPr txBox="1"/>
            <p:nvPr/>
          </p:nvSpPr>
          <p:spPr>
            <a:xfrm>
              <a:off x="646907" y="2951957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7DE26DF5-2D2A-4B9F-4352-DAC51484E4FD}"/>
                </a:ext>
              </a:extLst>
            </p:cNvPr>
            <p:cNvSpPr txBox="1"/>
            <p:nvPr/>
          </p:nvSpPr>
          <p:spPr>
            <a:xfrm>
              <a:off x="791369" y="2951957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1705F364-6B19-386C-065E-069319359693}"/>
                </a:ext>
              </a:extLst>
            </p:cNvPr>
            <p:cNvSpPr txBox="1"/>
            <p:nvPr/>
          </p:nvSpPr>
          <p:spPr>
            <a:xfrm>
              <a:off x="935832" y="2951957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6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DDC2F25E-5D49-1A54-02B5-E1D94FF06373}"/>
                </a:ext>
              </a:extLst>
            </p:cNvPr>
            <p:cNvSpPr txBox="1"/>
            <p:nvPr/>
          </p:nvSpPr>
          <p:spPr>
            <a:xfrm>
              <a:off x="1078707" y="2951957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5</a:t>
              </a: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84D3FA0D-7FBC-D3DC-F4CD-C1F10C496050}"/>
                </a:ext>
              </a:extLst>
            </p:cNvPr>
            <p:cNvSpPr txBox="1"/>
            <p:nvPr/>
          </p:nvSpPr>
          <p:spPr>
            <a:xfrm>
              <a:off x="502444" y="2663032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9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A880D4FE-90D2-3B86-937E-B85FF95C94E9}"/>
                </a:ext>
              </a:extLst>
            </p:cNvPr>
            <p:cNvSpPr txBox="1"/>
            <p:nvPr/>
          </p:nvSpPr>
          <p:spPr>
            <a:xfrm>
              <a:off x="646907" y="2663032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83D7D1B0-DD93-C7BA-5556-E69A11327916}"/>
                </a:ext>
              </a:extLst>
            </p:cNvPr>
            <p:cNvSpPr txBox="1"/>
            <p:nvPr/>
          </p:nvSpPr>
          <p:spPr>
            <a:xfrm>
              <a:off x="791369" y="2663032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6AC860CF-EED1-58DC-3351-B477B7912FF9}"/>
                </a:ext>
              </a:extLst>
            </p:cNvPr>
            <p:cNvSpPr txBox="1"/>
            <p:nvPr/>
          </p:nvSpPr>
          <p:spPr>
            <a:xfrm>
              <a:off x="935832" y="2663032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6</a:t>
              </a: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A5ED59BA-45EA-A444-21AF-CBEEAB48BB9D}"/>
                </a:ext>
              </a:extLst>
            </p:cNvPr>
            <p:cNvSpPr txBox="1"/>
            <p:nvPr/>
          </p:nvSpPr>
          <p:spPr>
            <a:xfrm>
              <a:off x="502444" y="2086769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9</a:t>
              </a: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AF3C0E8C-7896-91F7-C0FD-1B8A471A692F}"/>
                </a:ext>
              </a:extLst>
            </p:cNvPr>
            <p:cNvSpPr txBox="1"/>
            <p:nvPr/>
          </p:nvSpPr>
          <p:spPr>
            <a:xfrm>
              <a:off x="646907" y="2086769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1288DEBC-9D9B-EAF4-452F-1825550D838A}"/>
                </a:ext>
              </a:extLst>
            </p:cNvPr>
            <p:cNvSpPr txBox="1"/>
            <p:nvPr/>
          </p:nvSpPr>
          <p:spPr>
            <a:xfrm>
              <a:off x="791369" y="2086769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765D0546-A95C-4E23-D32B-97C8DE1AFEA1}"/>
                </a:ext>
              </a:extLst>
            </p:cNvPr>
            <p:cNvSpPr txBox="1"/>
            <p:nvPr/>
          </p:nvSpPr>
          <p:spPr>
            <a:xfrm>
              <a:off x="431801" y="611088"/>
              <a:ext cx="863600" cy="216000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10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Example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76827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E8CA87-AFB7-3316-AEDD-196DE96ED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AA59E7-6DB3-CF51-1A17-F069FA1277E5}"/>
              </a:ext>
            </a:extLst>
          </p:cNvPr>
          <p:cNvGrpSpPr/>
          <p:nvPr/>
        </p:nvGrpSpPr>
        <p:grpSpPr>
          <a:xfrm>
            <a:off x="179388" y="574675"/>
            <a:ext cx="2879726" cy="2736850"/>
            <a:chOff x="179388" y="574675"/>
            <a:chExt cx="2879726" cy="27368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B21167F-0FC1-2D8B-6D8B-225B0114FAFB}"/>
                </a:ext>
              </a:extLst>
            </p:cNvPr>
            <p:cNvSpPr/>
            <p:nvPr/>
          </p:nvSpPr>
          <p:spPr>
            <a:xfrm>
              <a:off x="179388" y="574675"/>
              <a:ext cx="2879726" cy="2736850"/>
            </a:xfrm>
            <a:prstGeom prst="rect">
              <a:avLst/>
            </a:prstGeom>
            <a:noFill/>
            <a:ln w="72000">
              <a:solidFill>
                <a:schemeClr val="bg1">
                  <a:alpha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cap="all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1506824-21AB-8893-B700-418AB69A035B}"/>
                </a:ext>
              </a:extLst>
            </p:cNvPr>
            <p:cNvCxnSpPr>
              <a:cxnSpLocks/>
            </p:cNvCxnSpPr>
            <p:nvPr/>
          </p:nvCxnSpPr>
          <p:spPr>
            <a:xfrm>
              <a:off x="215325" y="863600"/>
              <a:ext cx="2808863" cy="0"/>
            </a:xfrm>
            <a:prstGeom prst="line">
              <a:avLst/>
            </a:prstGeom>
            <a:ln w="72000">
              <a:solidFill>
                <a:schemeClr val="bg1">
                  <a:alpha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CA68B31-106E-BD29-CE3D-44E99AF8FE54}"/>
                </a:ext>
              </a:extLst>
            </p:cNvPr>
            <p:cNvSpPr txBox="1"/>
            <p:nvPr/>
          </p:nvSpPr>
          <p:spPr>
            <a:xfrm>
              <a:off x="215900" y="611188"/>
              <a:ext cx="216000" cy="216000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10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#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F3ADE57-F117-C130-90B0-C3D9E1032DA6}"/>
                </a:ext>
              </a:extLst>
            </p:cNvPr>
            <p:cNvSpPr txBox="1"/>
            <p:nvPr/>
          </p:nvSpPr>
          <p:spPr>
            <a:xfrm>
              <a:off x="215800" y="935038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1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96C5DDF-50F1-985A-B31B-79DB468781C7}"/>
                </a:ext>
              </a:extLst>
            </p:cNvPr>
            <p:cNvSpPr txBox="1"/>
            <p:nvPr/>
          </p:nvSpPr>
          <p:spPr>
            <a:xfrm>
              <a:off x="215900" y="1079500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2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53D583B-0B76-275F-80C3-FD70D73ECCB0}"/>
                </a:ext>
              </a:extLst>
            </p:cNvPr>
            <p:cNvSpPr txBox="1"/>
            <p:nvPr/>
          </p:nvSpPr>
          <p:spPr>
            <a:xfrm>
              <a:off x="215900" y="1225551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3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380A117-64A7-3553-D0B1-7C969EBBC6C4}"/>
                </a:ext>
              </a:extLst>
            </p:cNvPr>
            <p:cNvSpPr txBox="1"/>
            <p:nvPr/>
          </p:nvSpPr>
          <p:spPr>
            <a:xfrm>
              <a:off x="215900" y="1366838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4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2CE739A-4A9B-EDF5-C08A-397F52A7F9DE}"/>
                </a:ext>
              </a:extLst>
            </p:cNvPr>
            <p:cNvSpPr txBox="1"/>
            <p:nvPr/>
          </p:nvSpPr>
          <p:spPr>
            <a:xfrm>
              <a:off x="215800" y="1511300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5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FEE1A4E-95F4-B11D-1A45-76837D0CB2DE}"/>
                </a:ext>
              </a:extLst>
            </p:cNvPr>
            <p:cNvSpPr txBox="1"/>
            <p:nvPr/>
          </p:nvSpPr>
          <p:spPr>
            <a:xfrm>
              <a:off x="215900" y="1655763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6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79BD40D-7A72-42E9-F224-6BE48B43F067}"/>
                </a:ext>
              </a:extLst>
            </p:cNvPr>
            <p:cNvSpPr txBox="1"/>
            <p:nvPr/>
          </p:nvSpPr>
          <p:spPr>
            <a:xfrm>
              <a:off x="215900" y="1800225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B4F1C3F-90A5-3A80-0452-14A99C2F7E82}"/>
                </a:ext>
              </a:extLst>
            </p:cNvPr>
            <p:cNvSpPr txBox="1"/>
            <p:nvPr/>
          </p:nvSpPr>
          <p:spPr>
            <a:xfrm>
              <a:off x="215900" y="1943101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1105677-0BC8-5A61-C588-FA3658CBA408}"/>
                </a:ext>
              </a:extLst>
            </p:cNvPr>
            <p:cNvSpPr txBox="1"/>
            <p:nvPr/>
          </p:nvSpPr>
          <p:spPr>
            <a:xfrm>
              <a:off x="215900" y="2087563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9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F973E10-43B0-ECB3-3751-86976C309A98}"/>
                </a:ext>
              </a:extLst>
            </p:cNvPr>
            <p:cNvSpPr txBox="1"/>
            <p:nvPr/>
          </p:nvSpPr>
          <p:spPr>
            <a:xfrm>
              <a:off x="215800" y="2232025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10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D4BB61D-5CCF-2BEE-6450-1A3107913380}"/>
                </a:ext>
              </a:extLst>
            </p:cNvPr>
            <p:cNvSpPr txBox="1"/>
            <p:nvPr/>
          </p:nvSpPr>
          <p:spPr>
            <a:xfrm>
              <a:off x="215900" y="2374901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11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9C321F9-06D1-7908-7DE8-A3FA1A78F70C}"/>
                </a:ext>
              </a:extLst>
            </p:cNvPr>
            <p:cNvSpPr txBox="1"/>
            <p:nvPr/>
          </p:nvSpPr>
          <p:spPr>
            <a:xfrm>
              <a:off x="215800" y="2520951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12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9DF88AD-9AFF-649C-E78C-59A9974AF7F4}"/>
                </a:ext>
              </a:extLst>
            </p:cNvPr>
            <p:cNvSpPr txBox="1"/>
            <p:nvPr/>
          </p:nvSpPr>
          <p:spPr>
            <a:xfrm>
              <a:off x="215800" y="2663826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13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9E05D26-4D70-1238-1541-C3E762D8E61F}"/>
                </a:ext>
              </a:extLst>
            </p:cNvPr>
            <p:cNvSpPr txBox="1"/>
            <p:nvPr/>
          </p:nvSpPr>
          <p:spPr>
            <a:xfrm>
              <a:off x="215800" y="2808288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14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9EEBBA2-CA3F-CCE4-AC08-7AD33192CCE0}"/>
                </a:ext>
              </a:extLst>
            </p:cNvPr>
            <p:cNvSpPr txBox="1"/>
            <p:nvPr/>
          </p:nvSpPr>
          <p:spPr>
            <a:xfrm>
              <a:off x="215900" y="2951163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15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B912F38-96C5-2F5C-5CA9-1FDA356BA0F3}"/>
                </a:ext>
              </a:extLst>
            </p:cNvPr>
            <p:cNvSpPr txBox="1"/>
            <p:nvPr/>
          </p:nvSpPr>
          <p:spPr>
            <a:xfrm>
              <a:off x="215800" y="3095626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16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D082E71-FC84-2936-3B3E-2D4FE031A74C}"/>
                </a:ext>
              </a:extLst>
            </p:cNvPr>
            <p:cNvSpPr txBox="1"/>
            <p:nvPr/>
          </p:nvSpPr>
          <p:spPr>
            <a:xfrm>
              <a:off x="1295399" y="611088"/>
              <a:ext cx="1728789" cy="216000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10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Hand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B636F82-C1C3-E987-2192-0F63E005598D}"/>
                </a:ext>
              </a:extLst>
            </p:cNvPr>
            <p:cNvSpPr txBox="1"/>
            <p:nvPr/>
          </p:nvSpPr>
          <p:spPr>
            <a:xfrm>
              <a:off x="1295400" y="935038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Single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EA85549-46A0-13FA-8EE6-A0C868CE0D58}"/>
                </a:ext>
              </a:extLst>
            </p:cNvPr>
            <p:cNvSpPr txBox="1"/>
            <p:nvPr/>
          </p:nvSpPr>
          <p:spPr>
            <a:xfrm>
              <a:off x="1295401" y="1079501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Pair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0C16E40-E985-6D63-93CB-0691E5112163}"/>
                </a:ext>
              </a:extLst>
            </p:cNvPr>
            <p:cNvSpPr txBox="1"/>
            <p:nvPr/>
          </p:nvSpPr>
          <p:spPr>
            <a:xfrm>
              <a:off x="1295401" y="1222376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3 Card Flush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2FDB8DC-58FC-6139-DF62-35C2CF3FB8CE}"/>
                </a:ext>
              </a:extLst>
            </p:cNvPr>
            <p:cNvSpPr txBox="1"/>
            <p:nvPr/>
          </p:nvSpPr>
          <p:spPr>
            <a:xfrm>
              <a:off x="1295401" y="1366838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3 Card Straight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C64C5F4-3DD2-09E3-45A3-53B907A455A6}"/>
                </a:ext>
              </a:extLst>
            </p:cNvPr>
            <p:cNvSpPr txBox="1"/>
            <p:nvPr/>
          </p:nvSpPr>
          <p:spPr>
            <a:xfrm>
              <a:off x="1295401" y="1511301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Two Pair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75749CD2-6797-792F-E56D-954F628F500D}"/>
                </a:ext>
              </a:extLst>
            </p:cNvPr>
            <p:cNvSpPr txBox="1"/>
            <p:nvPr/>
          </p:nvSpPr>
          <p:spPr>
            <a:xfrm>
              <a:off x="1295401" y="1800226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4 Card Flush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938F361-6E3F-E61C-3DBC-2EE809E9C0B7}"/>
                </a:ext>
              </a:extLst>
            </p:cNvPr>
            <p:cNvSpPr txBox="1"/>
            <p:nvPr/>
          </p:nvSpPr>
          <p:spPr>
            <a:xfrm>
              <a:off x="1295400" y="1654969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4 Card Straight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2B96893-1265-F20A-6914-1D8155739EB2}"/>
                </a:ext>
              </a:extLst>
            </p:cNvPr>
            <p:cNvSpPr txBox="1"/>
            <p:nvPr/>
          </p:nvSpPr>
          <p:spPr>
            <a:xfrm>
              <a:off x="1295401" y="1943101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3 of a Kind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66D327C-6B33-8869-B345-066D0DE0D3D7}"/>
                </a:ext>
              </a:extLst>
            </p:cNvPr>
            <p:cNvSpPr txBox="1"/>
            <p:nvPr/>
          </p:nvSpPr>
          <p:spPr>
            <a:xfrm>
              <a:off x="1295401" y="2087563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3 Card Straight Flush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EBD9E27-0647-6E59-EA89-EEE52E9D8882}"/>
                </a:ext>
              </a:extLst>
            </p:cNvPr>
            <p:cNvSpPr txBox="1"/>
            <p:nvPr/>
          </p:nvSpPr>
          <p:spPr>
            <a:xfrm>
              <a:off x="1295401" y="2232025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5 Card Straight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480E9AF-5DD0-5764-DC67-2A2C4898DB52}"/>
                </a:ext>
              </a:extLst>
            </p:cNvPr>
            <p:cNvSpPr txBox="1"/>
            <p:nvPr/>
          </p:nvSpPr>
          <p:spPr>
            <a:xfrm>
              <a:off x="1295400" y="2520157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5 Card Flush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C889E670-4CD1-5395-5970-1634B2644871}"/>
                </a:ext>
              </a:extLst>
            </p:cNvPr>
            <p:cNvSpPr txBox="1"/>
            <p:nvPr/>
          </p:nvSpPr>
          <p:spPr>
            <a:xfrm>
              <a:off x="1295400" y="2375694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Full House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DE66A49-15BB-3CA9-F13A-815A41E2E271}"/>
                </a:ext>
              </a:extLst>
            </p:cNvPr>
            <p:cNvSpPr txBox="1"/>
            <p:nvPr/>
          </p:nvSpPr>
          <p:spPr>
            <a:xfrm>
              <a:off x="1295401" y="2663826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4 Card Straight Flush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3B9DD5E9-B60F-3DDD-D994-CA9FA90E4C2B}"/>
                </a:ext>
              </a:extLst>
            </p:cNvPr>
            <p:cNvSpPr txBox="1"/>
            <p:nvPr/>
          </p:nvSpPr>
          <p:spPr>
            <a:xfrm>
              <a:off x="1295401" y="2806701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4 of a Kind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76951821-EE64-A7D7-FC48-3AF31E5BEF0B}"/>
                </a:ext>
              </a:extLst>
            </p:cNvPr>
            <p:cNvSpPr txBox="1"/>
            <p:nvPr/>
          </p:nvSpPr>
          <p:spPr>
            <a:xfrm>
              <a:off x="1295401" y="2951163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5 Card Straight Flush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19BC2A3-D28D-67F3-87AB-41B452AC6432}"/>
                </a:ext>
              </a:extLst>
            </p:cNvPr>
            <p:cNvSpPr txBox="1"/>
            <p:nvPr/>
          </p:nvSpPr>
          <p:spPr>
            <a:xfrm>
              <a:off x="1295401" y="3095625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5 of a Kind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2400EB96-91FA-6A4F-8801-F39A687613AB}"/>
                </a:ext>
              </a:extLst>
            </p:cNvPr>
            <p:cNvSpPr txBox="1"/>
            <p:nvPr/>
          </p:nvSpPr>
          <p:spPr>
            <a:xfrm>
              <a:off x="503238" y="9350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J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8991A3B3-82BF-FE00-0DFA-8A5968B01E3F}"/>
                </a:ext>
              </a:extLst>
            </p:cNvPr>
            <p:cNvSpPr txBox="1"/>
            <p:nvPr/>
          </p:nvSpPr>
          <p:spPr>
            <a:xfrm>
              <a:off x="502444" y="2806701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2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A8E69470-9FFF-2E92-F079-B7FB6C17FB48}"/>
                </a:ext>
              </a:extLst>
            </p:cNvPr>
            <p:cNvSpPr txBox="1"/>
            <p:nvPr/>
          </p:nvSpPr>
          <p:spPr>
            <a:xfrm>
              <a:off x="646907" y="2806700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2</a:t>
              </a:r>
            </a:p>
          </p:txBody>
        </p:sp>
        <p:sp>
          <p:nvSpPr>
            <p:cNvPr id="63" name="Heart 62">
              <a:extLst>
                <a:ext uri="{FF2B5EF4-FFF2-40B4-BE49-F238E27FC236}">
                  <a16:creationId xmlns:a16="http://schemas.microsoft.com/office/drawing/2014/main" id="{832C4790-DFC2-850E-1C5E-92C0DC2CF3F6}"/>
                </a:ext>
              </a:extLst>
            </p:cNvPr>
            <p:cNvSpPr/>
            <p:nvPr/>
          </p:nvSpPr>
          <p:spPr>
            <a:xfrm>
              <a:off x="506275" y="1227000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6" name="Heart 65">
              <a:extLst>
                <a:ext uri="{FF2B5EF4-FFF2-40B4-BE49-F238E27FC236}">
                  <a16:creationId xmlns:a16="http://schemas.microsoft.com/office/drawing/2014/main" id="{A33AC7CA-C778-080C-0210-FB7A3C80C2DF}"/>
                </a:ext>
              </a:extLst>
            </p:cNvPr>
            <p:cNvSpPr/>
            <p:nvPr/>
          </p:nvSpPr>
          <p:spPr>
            <a:xfrm>
              <a:off x="650738" y="1227000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7" name="Heart 66">
              <a:extLst>
                <a:ext uri="{FF2B5EF4-FFF2-40B4-BE49-F238E27FC236}">
                  <a16:creationId xmlns:a16="http://schemas.microsoft.com/office/drawing/2014/main" id="{10E2169C-BB43-B58A-7074-9DBDA3AD48A1}"/>
                </a:ext>
              </a:extLst>
            </p:cNvPr>
            <p:cNvSpPr/>
            <p:nvPr/>
          </p:nvSpPr>
          <p:spPr>
            <a:xfrm>
              <a:off x="795200" y="1227000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8" name="Heart 67">
              <a:extLst>
                <a:ext uri="{FF2B5EF4-FFF2-40B4-BE49-F238E27FC236}">
                  <a16:creationId xmlns:a16="http://schemas.microsoft.com/office/drawing/2014/main" id="{FD9E1779-7901-C7FB-1022-EA0EEC1CA1CA}"/>
                </a:ext>
              </a:extLst>
            </p:cNvPr>
            <p:cNvSpPr/>
            <p:nvPr/>
          </p:nvSpPr>
          <p:spPr>
            <a:xfrm>
              <a:off x="506275" y="1803725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9" name="Heart 68">
              <a:extLst>
                <a:ext uri="{FF2B5EF4-FFF2-40B4-BE49-F238E27FC236}">
                  <a16:creationId xmlns:a16="http://schemas.microsoft.com/office/drawing/2014/main" id="{2300962B-7391-00C1-C7CA-D6041BDAB933}"/>
                </a:ext>
              </a:extLst>
            </p:cNvPr>
            <p:cNvSpPr/>
            <p:nvPr/>
          </p:nvSpPr>
          <p:spPr>
            <a:xfrm>
              <a:off x="650738" y="1803725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0" name="Heart 69">
              <a:extLst>
                <a:ext uri="{FF2B5EF4-FFF2-40B4-BE49-F238E27FC236}">
                  <a16:creationId xmlns:a16="http://schemas.microsoft.com/office/drawing/2014/main" id="{34D85EA7-A159-8F2D-C23D-64EF87555A70}"/>
                </a:ext>
              </a:extLst>
            </p:cNvPr>
            <p:cNvSpPr/>
            <p:nvPr/>
          </p:nvSpPr>
          <p:spPr>
            <a:xfrm>
              <a:off x="795200" y="1803263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1" name="Heart 70">
              <a:extLst>
                <a:ext uri="{FF2B5EF4-FFF2-40B4-BE49-F238E27FC236}">
                  <a16:creationId xmlns:a16="http://schemas.microsoft.com/office/drawing/2014/main" id="{A76C2CE0-7182-6E68-0F11-DF5618BB4BE5}"/>
                </a:ext>
              </a:extLst>
            </p:cNvPr>
            <p:cNvSpPr/>
            <p:nvPr/>
          </p:nvSpPr>
          <p:spPr>
            <a:xfrm>
              <a:off x="939663" y="1803263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2" name="Heart 71">
              <a:extLst>
                <a:ext uri="{FF2B5EF4-FFF2-40B4-BE49-F238E27FC236}">
                  <a16:creationId xmlns:a16="http://schemas.microsoft.com/office/drawing/2014/main" id="{0CBE2B5E-F920-1EB5-AAC1-7394025B1CA6}"/>
                </a:ext>
              </a:extLst>
            </p:cNvPr>
            <p:cNvSpPr/>
            <p:nvPr/>
          </p:nvSpPr>
          <p:spPr>
            <a:xfrm>
              <a:off x="506274" y="2525243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3" name="Heart 72">
              <a:extLst>
                <a:ext uri="{FF2B5EF4-FFF2-40B4-BE49-F238E27FC236}">
                  <a16:creationId xmlns:a16="http://schemas.microsoft.com/office/drawing/2014/main" id="{3B29889D-2B78-6213-CBF4-C48FD8082B24}"/>
                </a:ext>
              </a:extLst>
            </p:cNvPr>
            <p:cNvSpPr/>
            <p:nvPr/>
          </p:nvSpPr>
          <p:spPr>
            <a:xfrm>
              <a:off x="650737" y="2525243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4" name="Heart 73">
              <a:extLst>
                <a:ext uri="{FF2B5EF4-FFF2-40B4-BE49-F238E27FC236}">
                  <a16:creationId xmlns:a16="http://schemas.microsoft.com/office/drawing/2014/main" id="{4E9677C4-734B-0C59-D47D-1DDB02681D62}"/>
                </a:ext>
              </a:extLst>
            </p:cNvPr>
            <p:cNvSpPr/>
            <p:nvPr/>
          </p:nvSpPr>
          <p:spPr>
            <a:xfrm>
              <a:off x="795199" y="2524781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5" name="Heart 74">
              <a:extLst>
                <a:ext uri="{FF2B5EF4-FFF2-40B4-BE49-F238E27FC236}">
                  <a16:creationId xmlns:a16="http://schemas.microsoft.com/office/drawing/2014/main" id="{DDCEF58C-0C66-8E75-446F-866697BE21BC}"/>
                </a:ext>
              </a:extLst>
            </p:cNvPr>
            <p:cNvSpPr/>
            <p:nvPr/>
          </p:nvSpPr>
          <p:spPr>
            <a:xfrm>
              <a:off x="939662" y="2524781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6" name="Heart 75">
              <a:extLst>
                <a:ext uri="{FF2B5EF4-FFF2-40B4-BE49-F238E27FC236}">
                  <a16:creationId xmlns:a16="http://schemas.microsoft.com/office/drawing/2014/main" id="{EC2F1012-C61C-D618-535C-3912673D7965}"/>
                </a:ext>
              </a:extLst>
            </p:cNvPr>
            <p:cNvSpPr/>
            <p:nvPr/>
          </p:nvSpPr>
          <p:spPr>
            <a:xfrm>
              <a:off x="1082537" y="2524780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9D7E2CD0-AF7D-0783-9418-9390490A1447}"/>
                </a:ext>
              </a:extLst>
            </p:cNvPr>
            <p:cNvSpPr txBox="1"/>
            <p:nvPr/>
          </p:nvSpPr>
          <p:spPr>
            <a:xfrm>
              <a:off x="502444" y="13668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9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F7949AE3-99D0-9A11-491F-DF53C7D9A7B9}"/>
                </a:ext>
              </a:extLst>
            </p:cNvPr>
            <p:cNvSpPr txBox="1"/>
            <p:nvPr/>
          </p:nvSpPr>
          <p:spPr>
            <a:xfrm>
              <a:off x="646907" y="13668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7EE00D16-E443-69D7-B860-17AC8A881462}"/>
                </a:ext>
              </a:extLst>
            </p:cNvPr>
            <p:cNvSpPr txBox="1"/>
            <p:nvPr/>
          </p:nvSpPr>
          <p:spPr>
            <a:xfrm>
              <a:off x="791369" y="13668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EBA57A48-209E-4FDC-0C00-C308BE181699}"/>
                </a:ext>
              </a:extLst>
            </p:cNvPr>
            <p:cNvSpPr txBox="1"/>
            <p:nvPr/>
          </p:nvSpPr>
          <p:spPr>
            <a:xfrm>
              <a:off x="502444" y="1511302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Q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D0250DE1-C9FB-D878-0D00-D39625EA2C93}"/>
                </a:ext>
              </a:extLst>
            </p:cNvPr>
            <p:cNvSpPr txBox="1"/>
            <p:nvPr/>
          </p:nvSpPr>
          <p:spPr>
            <a:xfrm>
              <a:off x="646907" y="1511301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Q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88C9E93A-0EF7-0BDB-0382-4748AB1B55A2}"/>
                </a:ext>
              </a:extLst>
            </p:cNvPr>
            <p:cNvSpPr txBox="1"/>
            <p:nvPr/>
          </p:nvSpPr>
          <p:spPr>
            <a:xfrm>
              <a:off x="791369" y="1511301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1D78E790-2444-01D7-DC88-54EB5D782FED}"/>
                </a:ext>
              </a:extLst>
            </p:cNvPr>
            <p:cNvSpPr txBox="1"/>
            <p:nvPr/>
          </p:nvSpPr>
          <p:spPr>
            <a:xfrm>
              <a:off x="935832" y="1511300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4E2CE8FE-7056-BC6B-F0E8-81B349D018BF}"/>
                </a:ext>
              </a:extLst>
            </p:cNvPr>
            <p:cNvSpPr txBox="1"/>
            <p:nvPr/>
          </p:nvSpPr>
          <p:spPr>
            <a:xfrm>
              <a:off x="502443" y="1656556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9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963B3D86-B6F8-E01D-74D1-2D5C294C91DB}"/>
                </a:ext>
              </a:extLst>
            </p:cNvPr>
            <p:cNvSpPr txBox="1"/>
            <p:nvPr/>
          </p:nvSpPr>
          <p:spPr>
            <a:xfrm>
              <a:off x="646906" y="1656556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EEAA5B22-EA40-0F7C-756D-74652DF54ECD}"/>
                </a:ext>
              </a:extLst>
            </p:cNvPr>
            <p:cNvSpPr txBox="1"/>
            <p:nvPr/>
          </p:nvSpPr>
          <p:spPr>
            <a:xfrm>
              <a:off x="791368" y="1656556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2295FF7D-5782-1306-0DA7-96D7D21FE53A}"/>
                </a:ext>
              </a:extLst>
            </p:cNvPr>
            <p:cNvSpPr txBox="1"/>
            <p:nvPr/>
          </p:nvSpPr>
          <p:spPr>
            <a:xfrm>
              <a:off x="935831" y="1656556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6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E4E66352-A365-676F-945D-E744D0696F2A}"/>
                </a:ext>
              </a:extLst>
            </p:cNvPr>
            <p:cNvSpPr txBox="1"/>
            <p:nvPr/>
          </p:nvSpPr>
          <p:spPr>
            <a:xfrm>
              <a:off x="502444" y="22304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9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D6B77602-A56A-C845-1FB0-E9A4C0D70A7D}"/>
                </a:ext>
              </a:extLst>
            </p:cNvPr>
            <p:cNvSpPr txBox="1"/>
            <p:nvPr/>
          </p:nvSpPr>
          <p:spPr>
            <a:xfrm>
              <a:off x="646907" y="22304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4F8C0F4F-71ED-DC18-566A-C45E3112FD5D}"/>
                </a:ext>
              </a:extLst>
            </p:cNvPr>
            <p:cNvSpPr txBox="1"/>
            <p:nvPr/>
          </p:nvSpPr>
          <p:spPr>
            <a:xfrm>
              <a:off x="791369" y="22304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DE644680-1166-7065-6C7D-04B4F1923D49}"/>
                </a:ext>
              </a:extLst>
            </p:cNvPr>
            <p:cNvSpPr txBox="1"/>
            <p:nvPr/>
          </p:nvSpPr>
          <p:spPr>
            <a:xfrm>
              <a:off x="935832" y="22304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6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A42F77EB-B3E1-A89C-C91E-D456F4C89A4B}"/>
                </a:ext>
              </a:extLst>
            </p:cNvPr>
            <p:cNvSpPr txBox="1"/>
            <p:nvPr/>
          </p:nvSpPr>
          <p:spPr>
            <a:xfrm>
              <a:off x="1078707" y="22304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5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3B299EE1-F061-9370-0E96-DA23BB341096}"/>
                </a:ext>
              </a:extLst>
            </p:cNvPr>
            <p:cNvSpPr txBox="1"/>
            <p:nvPr/>
          </p:nvSpPr>
          <p:spPr>
            <a:xfrm>
              <a:off x="502444" y="1943100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E7B3F169-A90D-6A34-291E-AD4AE0D84116}"/>
                </a:ext>
              </a:extLst>
            </p:cNvPr>
            <p:cNvSpPr txBox="1"/>
            <p:nvPr/>
          </p:nvSpPr>
          <p:spPr>
            <a:xfrm>
              <a:off x="646906" y="1943101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961A8981-509B-5AE5-5DCF-DA8482CDDF6A}"/>
                </a:ext>
              </a:extLst>
            </p:cNvPr>
            <p:cNvSpPr txBox="1"/>
            <p:nvPr/>
          </p:nvSpPr>
          <p:spPr>
            <a:xfrm>
              <a:off x="791369" y="1943100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DCB98F9B-D418-20BD-165A-F61F25B47376}"/>
                </a:ext>
              </a:extLst>
            </p:cNvPr>
            <p:cNvSpPr txBox="1"/>
            <p:nvPr/>
          </p:nvSpPr>
          <p:spPr>
            <a:xfrm>
              <a:off x="645318" y="2375694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K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A86D489A-3AF3-DAC2-574A-7296DBD733A6}"/>
                </a:ext>
              </a:extLst>
            </p:cNvPr>
            <p:cNvSpPr txBox="1"/>
            <p:nvPr/>
          </p:nvSpPr>
          <p:spPr>
            <a:xfrm>
              <a:off x="789781" y="2375693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K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48351DBF-165B-60E0-AAA7-33888186FB5E}"/>
                </a:ext>
              </a:extLst>
            </p:cNvPr>
            <p:cNvSpPr txBox="1"/>
            <p:nvPr/>
          </p:nvSpPr>
          <p:spPr>
            <a:xfrm>
              <a:off x="934243" y="2375693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6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5A3B0C48-6F0F-0125-C8BF-4E7EFE7A80CE}"/>
                </a:ext>
              </a:extLst>
            </p:cNvPr>
            <p:cNvSpPr txBox="1"/>
            <p:nvPr/>
          </p:nvSpPr>
          <p:spPr>
            <a:xfrm>
              <a:off x="1078706" y="2375692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6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8A155663-119E-596D-36A9-CFC39A385C7D}"/>
                </a:ext>
              </a:extLst>
            </p:cNvPr>
            <p:cNvSpPr txBox="1"/>
            <p:nvPr/>
          </p:nvSpPr>
          <p:spPr>
            <a:xfrm>
              <a:off x="502443" y="2375694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K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D2EDE81A-9C52-7626-D738-D48B1227EAAE}"/>
                </a:ext>
              </a:extLst>
            </p:cNvPr>
            <p:cNvSpPr txBox="1"/>
            <p:nvPr/>
          </p:nvSpPr>
          <p:spPr>
            <a:xfrm>
              <a:off x="791369" y="2806701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2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49DC2515-4E72-C805-7605-4C7A5EA47010}"/>
                </a:ext>
              </a:extLst>
            </p:cNvPr>
            <p:cNvSpPr txBox="1"/>
            <p:nvPr/>
          </p:nvSpPr>
          <p:spPr>
            <a:xfrm>
              <a:off x="935832" y="2806700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2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9D1C4C3F-737C-7F19-A269-00ACE8DD673D}"/>
                </a:ext>
              </a:extLst>
            </p:cNvPr>
            <p:cNvSpPr txBox="1"/>
            <p:nvPr/>
          </p:nvSpPr>
          <p:spPr>
            <a:xfrm>
              <a:off x="502444" y="3095626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A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DF7B1603-2409-E33C-8406-2F5E5AFBFDA6}"/>
                </a:ext>
              </a:extLst>
            </p:cNvPr>
            <p:cNvSpPr txBox="1"/>
            <p:nvPr/>
          </p:nvSpPr>
          <p:spPr>
            <a:xfrm>
              <a:off x="646907" y="3095625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A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C8BD2324-25FA-CDC3-C78A-FFC1028F12F8}"/>
                </a:ext>
              </a:extLst>
            </p:cNvPr>
            <p:cNvSpPr txBox="1"/>
            <p:nvPr/>
          </p:nvSpPr>
          <p:spPr>
            <a:xfrm>
              <a:off x="791369" y="3095626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A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A08EA3E1-1194-B131-C5BB-63AB8F914FAC}"/>
                </a:ext>
              </a:extLst>
            </p:cNvPr>
            <p:cNvSpPr txBox="1"/>
            <p:nvPr/>
          </p:nvSpPr>
          <p:spPr>
            <a:xfrm>
              <a:off x="935832" y="3095625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A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802E2C17-9565-8270-BD64-D94163FFDE69}"/>
                </a:ext>
              </a:extLst>
            </p:cNvPr>
            <p:cNvSpPr txBox="1"/>
            <p:nvPr/>
          </p:nvSpPr>
          <p:spPr>
            <a:xfrm>
              <a:off x="502444" y="1079502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E861C846-21E9-CACD-D470-CCCB5211AC49}"/>
                </a:ext>
              </a:extLst>
            </p:cNvPr>
            <p:cNvSpPr txBox="1"/>
            <p:nvPr/>
          </p:nvSpPr>
          <p:spPr>
            <a:xfrm>
              <a:off x="646907" y="1079501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pic>
          <p:nvPicPr>
            <p:cNvPr id="136" name="Picture 135">
              <a:extLst>
                <a:ext uri="{FF2B5EF4-FFF2-40B4-BE49-F238E27FC236}">
                  <a16:creationId xmlns:a16="http://schemas.microsoft.com/office/drawing/2014/main" id="{567F9618-B426-3253-5B7C-38FE232A2E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8938" y="3101709"/>
              <a:ext cx="144000" cy="130708"/>
            </a:xfrm>
            <a:prstGeom prst="rect">
              <a:avLst/>
            </a:prstGeom>
          </p:spPr>
        </p:pic>
        <p:sp>
          <p:nvSpPr>
            <p:cNvPr id="137" name="Heart 136">
              <a:extLst>
                <a:ext uri="{FF2B5EF4-FFF2-40B4-BE49-F238E27FC236}">
                  <a16:creationId xmlns:a16="http://schemas.microsoft.com/office/drawing/2014/main" id="{9EBF49C3-C675-7605-9515-8FB2F0719667}"/>
                </a:ext>
              </a:extLst>
            </p:cNvPr>
            <p:cNvSpPr/>
            <p:nvPr/>
          </p:nvSpPr>
          <p:spPr>
            <a:xfrm>
              <a:off x="506275" y="2956251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38" name="Heart 137">
              <a:extLst>
                <a:ext uri="{FF2B5EF4-FFF2-40B4-BE49-F238E27FC236}">
                  <a16:creationId xmlns:a16="http://schemas.microsoft.com/office/drawing/2014/main" id="{589E0221-FB1F-A82F-6C28-DAF8D2A03F7E}"/>
                </a:ext>
              </a:extLst>
            </p:cNvPr>
            <p:cNvSpPr/>
            <p:nvPr/>
          </p:nvSpPr>
          <p:spPr>
            <a:xfrm>
              <a:off x="650738" y="2956251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39" name="Heart 138">
              <a:extLst>
                <a:ext uri="{FF2B5EF4-FFF2-40B4-BE49-F238E27FC236}">
                  <a16:creationId xmlns:a16="http://schemas.microsoft.com/office/drawing/2014/main" id="{340D5047-EBB4-0AE0-F167-08EA84ADDEAD}"/>
                </a:ext>
              </a:extLst>
            </p:cNvPr>
            <p:cNvSpPr/>
            <p:nvPr/>
          </p:nvSpPr>
          <p:spPr>
            <a:xfrm>
              <a:off x="795200" y="2955789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0" name="Heart 139">
              <a:extLst>
                <a:ext uri="{FF2B5EF4-FFF2-40B4-BE49-F238E27FC236}">
                  <a16:creationId xmlns:a16="http://schemas.microsoft.com/office/drawing/2014/main" id="{2BC492E7-B54C-8128-2447-610A6713E187}"/>
                </a:ext>
              </a:extLst>
            </p:cNvPr>
            <p:cNvSpPr/>
            <p:nvPr/>
          </p:nvSpPr>
          <p:spPr>
            <a:xfrm>
              <a:off x="939663" y="2955789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1" name="Heart 140">
              <a:extLst>
                <a:ext uri="{FF2B5EF4-FFF2-40B4-BE49-F238E27FC236}">
                  <a16:creationId xmlns:a16="http://schemas.microsoft.com/office/drawing/2014/main" id="{7A81869B-F564-B1D9-D848-6269811BC521}"/>
                </a:ext>
              </a:extLst>
            </p:cNvPr>
            <p:cNvSpPr/>
            <p:nvPr/>
          </p:nvSpPr>
          <p:spPr>
            <a:xfrm>
              <a:off x="1082538" y="2955788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2" name="Heart 141">
              <a:extLst>
                <a:ext uri="{FF2B5EF4-FFF2-40B4-BE49-F238E27FC236}">
                  <a16:creationId xmlns:a16="http://schemas.microsoft.com/office/drawing/2014/main" id="{9F054C6F-E928-AF9B-303D-C42640304D78}"/>
                </a:ext>
              </a:extLst>
            </p:cNvPr>
            <p:cNvSpPr/>
            <p:nvPr/>
          </p:nvSpPr>
          <p:spPr>
            <a:xfrm>
              <a:off x="506275" y="2667326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3" name="Heart 142">
              <a:extLst>
                <a:ext uri="{FF2B5EF4-FFF2-40B4-BE49-F238E27FC236}">
                  <a16:creationId xmlns:a16="http://schemas.microsoft.com/office/drawing/2014/main" id="{8C2CCD22-3309-1C0F-E407-88553BF7E243}"/>
                </a:ext>
              </a:extLst>
            </p:cNvPr>
            <p:cNvSpPr/>
            <p:nvPr/>
          </p:nvSpPr>
          <p:spPr>
            <a:xfrm>
              <a:off x="650738" y="2667326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4" name="Heart 143">
              <a:extLst>
                <a:ext uri="{FF2B5EF4-FFF2-40B4-BE49-F238E27FC236}">
                  <a16:creationId xmlns:a16="http://schemas.microsoft.com/office/drawing/2014/main" id="{7AE0AAE9-EDD3-1201-9E80-1071BF0FE57D}"/>
                </a:ext>
              </a:extLst>
            </p:cNvPr>
            <p:cNvSpPr/>
            <p:nvPr/>
          </p:nvSpPr>
          <p:spPr>
            <a:xfrm>
              <a:off x="795200" y="2666864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5" name="Heart 144">
              <a:extLst>
                <a:ext uri="{FF2B5EF4-FFF2-40B4-BE49-F238E27FC236}">
                  <a16:creationId xmlns:a16="http://schemas.microsoft.com/office/drawing/2014/main" id="{61C6133F-ED60-D427-CE09-BE48130882EF}"/>
                </a:ext>
              </a:extLst>
            </p:cNvPr>
            <p:cNvSpPr/>
            <p:nvPr/>
          </p:nvSpPr>
          <p:spPr>
            <a:xfrm>
              <a:off x="939663" y="2666864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7" name="Heart 146">
              <a:extLst>
                <a:ext uri="{FF2B5EF4-FFF2-40B4-BE49-F238E27FC236}">
                  <a16:creationId xmlns:a16="http://schemas.microsoft.com/office/drawing/2014/main" id="{F4ADBFCA-ED3A-42E7-719F-B9D2CC1C5D91}"/>
                </a:ext>
              </a:extLst>
            </p:cNvPr>
            <p:cNvSpPr/>
            <p:nvPr/>
          </p:nvSpPr>
          <p:spPr>
            <a:xfrm>
              <a:off x="506275" y="2091063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8" name="Heart 147">
              <a:extLst>
                <a:ext uri="{FF2B5EF4-FFF2-40B4-BE49-F238E27FC236}">
                  <a16:creationId xmlns:a16="http://schemas.microsoft.com/office/drawing/2014/main" id="{8A57B570-8783-FC29-2C59-942B874ABAE7}"/>
                </a:ext>
              </a:extLst>
            </p:cNvPr>
            <p:cNvSpPr/>
            <p:nvPr/>
          </p:nvSpPr>
          <p:spPr>
            <a:xfrm>
              <a:off x="650738" y="2091063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9" name="Heart 148">
              <a:extLst>
                <a:ext uri="{FF2B5EF4-FFF2-40B4-BE49-F238E27FC236}">
                  <a16:creationId xmlns:a16="http://schemas.microsoft.com/office/drawing/2014/main" id="{537A0FA0-4DB4-CE2A-4091-5F721191F2B9}"/>
                </a:ext>
              </a:extLst>
            </p:cNvPr>
            <p:cNvSpPr/>
            <p:nvPr/>
          </p:nvSpPr>
          <p:spPr>
            <a:xfrm>
              <a:off x="795200" y="2090601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47CA33D7-8D6E-8CDD-AD29-0A4C48274637}"/>
                </a:ext>
              </a:extLst>
            </p:cNvPr>
            <p:cNvSpPr txBox="1"/>
            <p:nvPr/>
          </p:nvSpPr>
          <p:spPr>
            <a:xfrm>
              <a:off x="502444" y="2951957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9</a:t>
              </a: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7BFF9C87-B875-E00F-5D8A-299A0CCAD952}"/>
                </a:ext>
              </a:extLst>
            </p:cNvPr>
            <p:cNvSpPr txBox="1"/>
            <p:nvPr/>
          </p:nvSpPr>
          <p:spPr>
            <a:xfrm>
              <a:off x="646907" y="2951957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A412195B-9B75-8F8C-C4CE-33EBBCE63675}"/>
                </a:ext>
              </a:extLst>
            </p:cNvPr>
            <p:cNvSpPr txBox="1"/>
            <p:nvPr/>
          </p:nvSpPr>
          <p:spPr>
            <a:xfrm>
              <a:off x="791369" y="2951957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61358F5F-43A5-6E09-9439-D667B1086D9A}"/>
                </a:ext>
              </a:extLst>
            </p:cNvPr>
            <p:cNvSpPr txBox="1"/>
            <p:nvPr/>
          </p:nvSpPr>
          <p:spPr>
            <a:xfrm>
              <a:off x="935832" y="2951957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6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412239F9-E6C0-DA96-9805-83C86019BADA}"/>
                </a:ext>
              </a:extLst>
            </p:cNvPr>
            <p:cNvSpPr txBox="1"/>
            <p:nvPr/>
          </p:nvSpPr>
          <p:spPr>
            <a:xfrm>
              <a:off x="1078707" y="2951957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5</a:t>
              </a: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71C57234-0FF7-8FCC-CC3E-CC603D287E61}"/>
                </a:ext>
              </a:extLst>
            </p:cNvPr>
            <p:cNvSpPr txBox="1"/>
            <p:nvPr/>
          </p:nvSpPr>
          <p:spPr>
            <a:xfrm>
              <a:off x="502444" y="2663032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9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E862003C-F1F6-439A-1C22-3F8E18E54058}"/>
                </a:ext>
              </a:extLst>
            </p:cNvPr>
            <p:cNvSpPr txBox="1"/>
            <p:nvPr/>
          </p:nvSpPr>
          <p:spPr>
            <a:xfrm>
              <a:off x="646907" y="2663032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5A37F25B-5A30-3055-F96E-5EBF87712129}"/>
                </a:ext>
              </a:extLst>
            </p:cNvPr>
            <p:cNvSpPr txBox="1"/>
            <p:nvPr/>
          </p:nvSpPr>
          <p:spPr>
            <a:xfrm>
              <a:off x="791369" y="2663032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EA4D44FC-3BB0-37F7-164D-5587A4A03177}"/>
                </a:ext>
              </a:extLst>
            </p:cNvPr>
            <p:cNvSpPr txBox="1"/>
            <p:nvPr/>
          </p:nvSpPr>
          <p:spPr>
            <a:xfrm>
              <a:off x="935832" y="2663032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6</a:t>
              </a: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AA2881EB-77B8-0CDC-D795-CDB189AADA9D}"/>
                </a:ext>
              </a:extLst>
            </p:cNvPr>
            <p:cNvSpPr txBox="1"/>
            <p:nvPr/>
          </p:nvSpPr>
          <p:spPr>
            <a:xfrm>
              <a:off x="502444" y="2086769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9</a:t>
              </a: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263C5DA6-40FA-B82A-6016-53016CD44E58}"/>
                </a:ext>
              </a:extLst>
            </p:cNvPr>
            <p:cNvSpPr txBox="1"/>
            <p:nvPr/>
          </p:nvSpPr>
          <p:spPr>
            <a:xfrm>
              <a:off x="646907" y="2086769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ABBB30E4-F58F-A55F-C557-0FA10FE1F38C}"/>
                </a:ext>
              </a:extLst>
            </p:cNvPr>
            <p:cNvSpPr txBox="1"/>
            <p:nvPr/>
          </p:nvSpPr>
          <p:spPr>
            <a:xfrm>
              <a:off x="791369" y="2086769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8BD30AF0-80C1-6075-05A4-3BA6EE294534}"/>
                </a:ext>
              </a:extLst>
            </p:cNvPr>
            <p:cNvSpPr txBox="1"/>
            <p:nvPr/>
          </p:nvSpPr>
          <p:spPr>
            <a:xfrm>
              <a:off x="431801" y="611088"/>
              <a:ext cx="863600" cy="216000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10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Example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2944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038B4F-9477-4421-22C2-99C8C2E4F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80F568B-8BCE-ACE2-83CE-4A40FDB8B985}"/>
              </a:ext>
            </a:extLst>
          </p:cNvPr>
          <p:cNvGrpSpPr/>
          <p:nvPr/>
        </p:nvGrpSpPr>
        <p:grpSpPr>
          <a:xfrm>
            <a:off x="179388" y="574675"/>
            <a:ext cx="2879726" cy="2736850"/>
            <a:chOff x="179388" y="574675"/>
            <a:chExt cx="2879726" cy="27368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3A99D1A-69B3-4DA0-A06C-1F4B034D93C8}"/>
                </a:ext>
              </a:extLst>
            </p:cNvPr>
            <p:cNvSpPr/>
            <p:nvPr/>
          </p:nvSpPr>
          <p:spPr>
            <a:xfrm>
              <a:off x="179388" y="574675"/>
              <a:ext cx="2879726" cy="2736850"/>
            </a:xfrm>
            <a:prstGeom prst="rect">
              <a:avLst/>
            </a:prstGeom>
            <a:noFill/>
            <a:ln w="72000">
              <a:solidFill>
                <a:schemeClr val="bg1">
                  <a:alpha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cap="all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FDDB6E01-3072-086C-3B9B-A7B7B143CFD0}"/>
                </a:ext>
              </a:extLst>
            </p:cNvPr>
            <p:cNvCxnSpPr>
              <a:cxnSpLocks/>
            </p:cNvCxnSpPr>
            <p:nvPr/>
          </p:nvCxnSpPr>
          <p:spPr>
            <a:xfrm>
              <a:off x="215325" y="863600"/>
              <a:ext cx="2808863" cy="0"/>
            </a:xfrm>
            <a:prstGeom prst="line">
              <a:avLst/>
            </a:prstGeom>
            <a:ln w="72000">
              <a:solidFill>
                <a:schemeClr val="bg1">
                  <a:alpha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4CAC010-7ED3-6A91-E3E0-CF3EA76010BA}"/>
                </a:ext>
              </a:extLst>
            </p:cNvPr>
            <p:cNvSpPr txBox="1"/>
            <p:nvPr/>
          </p:nvSpPr>
          <p:spPr>
            <a:xfrm>
              <a:off x="215900" y="611188"/>
              <a:ext cx="216000" cy="216000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10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#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4AAB458-B4F7-FE13-D27C-C0084E18D018}"/>
                </a:ext>
              </a:extLst>
            </p:cNvPr>
            <p:cNvSpPr txBox="1"/>
            <p:nvPr/>
          </p:nvSpPr>
          <p:spPr>
            <a:xfrm>
              <a:off x="215800" y="935038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1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A18BC0C-DF85-C1DB-CB22-2F354C8BB1F0}"/>
                </a:ext>
              </a:extLst>
            </p:cNvPr>
            <p:cNvSpPr txBox="1"/>
            <p:nvPr/>
          </p:nvSpPr>
          <p:spPr>
            <a:xfrm>
              <a:off x="215900" y="1079500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2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2839EB6-BE33-848D-C833-B660FDCE50A6}"/>
                </a:ext>
              </a:extLst>
            </p:cNvPr>
            <p:cNvSpPr txBox="1"/>
            <p:nvPr/>
          </p:nvSpPr>
          <p:spPr>
            <a:xfrm>
              <a:off x="215900" y="1225551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3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AD6BAA7-EB8F-E058-820F-92440C399AB4}"/>
                </a:ext>
              </a:extLst>
            </p:cNvPr>
            <p:cNvSpPr txBox="1"/>
            <p:nvPr/>
          </p:nvSpPr>
          <p:spPr>
            <a:xfrm>
              <a:off x="215900" y="1366838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4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5E145D4-91D0-26C0-DA6B-A85EE21ED2C6}"/>
                </a:ext>
              </a:extLst>
            </p:cNvPr>
            <p:cNvSpPr txBox="1"/>
            <p:nvPr/>
          </p:nvSpPr>
          <p:spPr>
            <a:xfrm>
              <a:off x="215800" y="1511300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5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B166560-2A80-FFE5-30A1-21F05AA61BB6}"/>
                </a:ext>
              </a:extLst>
            </p:cNvPr>
            <p:cNvSpPr txBox="1"/>
            <p:nvPr/>
          </p:nvSpPr>
          <p:spPr>
            <a:xfrm>
              <a:off x="215900" y="1655763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6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59F628E-E962-25CC-AA5C-27B20E665EB8}"/>
                </a:ext>
              </a:extLst>
            </p:cNvPr>
            <p:cNvSpPr txBox="1"/>
            <p:nvPr/>
          </p:nvSpPr>
          <p:spPr>
            <a:xfrm>
              <a:off x="215900" y="1800225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B5169BF-037C-E8F7-0E83-CA2E8F925C6A}"/>
                </a:ext>
              </a:extLst>
            </p:cNvPr>
            <p:cNvSpPr txBox="1"/>
            <p:nvPr/>
          </p:nvSpPr>
          <p:spPr>
            <a:xfrm>
              <a:off x="215900" y="1943101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B961429-FE8C-C06F-4E6F-E9C8946ADC27}"/>
                </a:ext>
              </a:extLst>
            </p:cNvPr>
            <p:cNvSpPr txBox="1"/>
            <p:nvPr/>
          </p:nvSpPr>
          <p:spPr>
            <a:xfrm>
              <a:off x="215900" y="2087563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9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73D865A-575C-359A-A212-0F63C4A8A282}"/>
                </a:ext>
              </a:extLst>
            </p:cNvPr>
            <p:cNvSpPr txBox="1"/>
            <p:nvPr/>
          </p:nvSpPr>
          <p:spPr>
            <a:xfrm>
              <a:off x="215800" y="2232025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10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5D7FA32-1337-E310-3D19-7DBE7DCD19BE}"/>
                </a:ext>
              </a:extLst>
            </p:cNvPr>
            <p:cNvSpPr txBox="1"/>
            <p:nvPr/>
          </p:nvSpPr>
          <p:spPr>
            <a:xfrm>
              <a:off x="215900" y="2374901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11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1229957-5EA4-BC42-9E5E-891FDF79B50F}"/>
                </a:ext>
              </a:extLst>
            </p:cNvPr>
            <p:cNvSpPr txBox="1"/>
            <p:nvPr/>
          </p:nvSpPr>
          <p:spPr>
            <a:xfrm>
              <a:off x="215800" y="2520951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12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E2E40DC-C62F-B94A-7F8E-59ED47D337CE}"/>
                </a:ext>
              </a:extLst>
            </p:cNvPr>
            <p:cNvSpPr txBox="1"/>
            <p:nvPr/>
          </p:nvSpPr>
          <p:spPr>
            <a:xfrm>
              <a:off x="215800" y="2663826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13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601E9E6-BB6B-DE94-23C2-13FE7384228E}"/>
                </a:ext>
              </a:extLst>
            </p:cNvPr>
            <p:cNvSpPr txBox="1"/>
            <p:nvPr/>
          </p:nvSpPr>
          <p:spPr>
            <a:xfrm>
              <a:off x="215800" y="2808288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14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EA16A8C-10BB-C358-7423-56E998A16FC8}"/>
                </a:ext>
              </a:extLst>
            </p:cNvPr>
            <p:cNvSpPr txBox="1"/>
            <p:nvPr/>
          </p:nvSpPr>
          <p:spPr>
            <a:xfrm>
              <a:off x="215900" y="2951163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15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9104591-BD42-5FB4-9550-332D31B30DA0}"/>
                </a:ext>
              </a:extLst>
            </p:cNvPr>
            <p:cNvSpPr txBox="1"/>
            <p:nvPr/>
          </p:nvSpPr>
          <p:spPr>
            <a:xfrm>
              <a:off x="215800" y="3095626"/>
              <a:ext cx="216000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16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235110B-FE83-F0DB-6834-5203EE588E8C}"/>
                </a:ext>
              </a:extLst>
            </p:cNvPr>
            <p:cNvSpPr txBox="1"/>
            <p:nvPr/>
          </p:nvSpPr>
          <p:spPr>
            <a:xfrm>
              <a:off x="1295399" y="611088"/>
              <a:ext cx="1728789" cy="216000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10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Hand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EAD7BCA-A2D9-8DA5-EC88-EE71A0736A25}"/>
                </a:ext>
              </a:extLst>
            </p:cNvPr>
            <p:cNvSpPr txBox="1"/>
            <p:nvPr/>
          </p:nvSpPr>
          <p:spPr>
            <a:xfrm>
              <a:off x="1295400" y="935038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Single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EFFCFC9-EC90-361B-7A68-AE4D157BC5E1}"/>
                </a:ext>
              </a:extLst>
            </p:cNvPr>
            <p:cNvSpPr txBox="1"/>
            <p:nvPr/>
          </p:nvSpPr>
          <p:spPr>
            <a:xfrm>
              <a:off x="1295401" y="1079501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Pair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0D49A12-B6CF-74F9-D94E-EB88C90C34A4}"/>
                </a:ext>
              </a:extLst>
            </p:cNvPr>
            <p:cNvSpPr txBox="1"/>
            <p:nvPr/>
          </p:nvSpPr>
          <p:spPr>
            <a:xfrm>
              <a:off x="1295401" y="1222376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3 Card Flush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1A5C5AD-711C-9EEB-9E2F-D63241ECF306}"/>
                </a:ext>
              </a:extLst>
            </p:cNvPr>
            <p:cNvSpPr txBox="1"/>
            <p:nvPr/>
          </p:nvSpPr>
          <p:spPr>
            <a:xfrm>
              <a:off x="1295401" y="1366838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3 Card Straight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DEC3EA4-DBBC-811E-F6A0-670AC7FA93C0}"/>
                </a:ext>
              </a:extLst>
            </p:cNvPr>
            <p:cNvSpPr txBox="1"/>
            <p:nvPr/>
          </p:nvSpPr>
          <p:spPr>
            <a:xfrm>
              <a:off x="1295401" y="1511301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Two Pair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E0A6979-1E67-513D-832B-746F4579596E}"/>
                </a:ext>
              </a:extLst>
            </p:cNvPr>
            <p:cNvSpPr txBox="1"/>
            <p:nvPr/>
          </p:nvSpPr>
          <p:spPr>
            <a:xfrm>
              <a:off x="1295400" y="2086769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4 Card Flush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9F96A08-AAD3-1133-252C-220047DF6342}"/>
                </a:ext>
              </a:extLst>
            </p:cNvPr>
            <p:cNvSpPr txBox="1"/>
            <p:nvPr/>
          </p:nvSpPr>
          <p:spPr>
            <a:xfrm>
              <a:off x="1295400" y="1654969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4 Card Straight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5A63E3DE-B9E9-DE7B-F6BA-6DE3ED8C26AE}"/>
                </a:ext>
              </a:extLst>
            </p:cNvPr>
            <p:cNvSpPr txBox="1"/>
            <p:nvPr/>
          </p:nvSpPr>
          <p:spPr>
            <a:xfrm>
              <a:off x="1295400" y="1799432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3 of a Kind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B4F72C23-3B87-9E13-E08F-14E4E86A8C72}"/>
                </a:ext>
              </a:extLst>
            </p:cNvPr>
            <p:cNvSpPr txBox="1"/>
            <p:nvPr/>
          </p:nvSpPr>
          <p:spPr>
            <a:xfrm>
              <a:off x="1295400" y="1943894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3 Card Straight Flush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BE62497F-8F95-9A75-F03B-F5A9AF47C0C7}"/>
                </a:ext>
              </a:extLst>
            </p:cNvPr>
            <p:cNvSpPr txBox="1"/>
            <p:nvPr/>
          </p:nvSpPr>
          <p:spPr>
            <a:xfrm>
              <a:off x="1295401" y="2232025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5 Card Straight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942948D-5546-0A5B-9BD0-0372B5FC7B50}"/>
                </a:ext>
              </a:extLst>
            </p:cNvPr>
            <p:cNvSpPr txBox="1"/>
            <p:nvPr/>
          </p:nvSpPr>
          <p:spPr>
            <a:xfrm>
              <a:off x="1295401" y="2661777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5 Card Flush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C3666A9-1DA3-BA6C-B297-A5C00BA259F1}"/>
                </a:ext>
              </a:extLst>
            </p:cNvPr>
            <p:cNvSpPr txBox="1"/>
            <p:nvPr/>
          </p:nvSpPr>
          <p:spPr>
            <a:xfrm>
              <a:off x="1295401" y="2517314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Full House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8FFD716-8A52-EC30-340A-083F9098F04D}"/>
                </a:ext>
              </a:extLst>
            </p:cNvPr>
            <p:cNvSpPr txBox="1"/>
            <p:nvPr/>
          </p:nvSpPr>
          <p:spPr>
            <a:xfrm>
              <a:off x="1295400" y="2375694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4 Card Straight Flush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2B998D57-280B-6CF6-627B-A34616EDFAD6}"/>
                </a:ext>
              </a:extLst>
            </p:cNvPr>
            <p:cNvSpPr txBox="1"/>
            <p:nvPr/>
          </p:nvSpPr>
          <p:spPr>
            <a:xfrm>
              <a:off x="1295401" y="2806701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4 of a Kind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49821B1D-7226-9348-14FF-C1AB8F524935}"/>
                </a:ext>
              </a:extLst>
            </p:cNvPr>
            <p:cNvSpPr txBox="1"/>
            <p:nvPr/>
          </p:nvSpPr>
          <p:spPr>
            <a:xfrm>
              <a:off x="1295401" y="2951163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5 Card Straight Flush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DEB912B7-A7B3-6555-F2F2-983782639A67}"/>
                </a:ext>
              </a:extLst>
            </p:cNvPr>
            <p:cNvSpPr txBox="1"/>
            <p:nvPr/>
          </p:nvSpPr>
          <p:spPr>
            <a:xfrm>
              <a:off x="1295401" y="3095625"/>
              <a:ext cx="1728788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r>
                <a:rPr lang="en-AU" sz="9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5 of a Kind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F0587BB-4C15-D16F-7766-AB5A901CA5AC}"/>
                </a:ext>
              </a:extLst>
            </p:cNvPr>
            <p:cNvSpPr txBox="1"/>
            <p:nvPr/>
          </p:nvSpPr>
          <p:spPr>
            <a:xfrm>
              <a:off x="503238" y="9350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J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7CC31829-0EE7-D04F-FD87-FB46FA1D7A63}"/>
                </a:ext>
              </a:extLst>
            </p:cNvPr>
            <p:cNvSpPr txBox="1"/>
            <p:nvPr/>
          </p:nvSpPr>
          <p:spPr>
            <a:xfrm>
              <a:off x="502444" y="2806701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2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1355BCC8-5767-F773-B0CB-E384427034D2}"/>
                </a:ext>
              </a:extLst>
            </p:cNvPr>
            <p:cNvSpPr txBox="1"/>
            <p:nvPr/>
          </p:nvSpPr>
          <p:spPr>
            <a:xfrm>
              <a:off x="646907" y="2806700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2</a:t>
              </a:r>
            </a:p>
          </p:txBody>
        </p:sp>
        <p:sp>
          <p:nvSpPr>
            <p:cNvPr id="63" name="Heart 62">
              <a:extLst>
                <a:ext uri="{FF2B5EF4-FFF2-40B4-BE49-F238E27FC236}">
                  <a16:creationId xmlns:a16="http://schemas.microsoft.com/office/drawing/2014/main" id="{DD558BA7-B749-4460-DEE6-BDEF9DA77BD5}"/>
                </a:ext>
              </a:extLst>
            </p:cNvPr>
            <p:cNvSpPr/>
            <p:nvPr/>
          </p:nvSpPr>
          <p:spPr>
            <a:xfrm>
              <a:off x="506275" y="1227000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6" name="Heart 65">
              <a:extLst>
                <a:ext uri="{FF2B5EF4-FFF2-40B4-BE49-F238E27FC236}">
                  <a16:creationId xmlns:a16="http://schemas.microsoft.com/office/drawing/2014/main" id="{A905E760-47E8-3175-623B-75363FC3FF9A}"/>
                </a:ext>
              </a:extLst>
            </p:cNvPr>
            <p:cNvSpPr/>
            <p:nvPr/>
          </p:nvSpPr>
          <p:spPr>
            <a:xfrm>
              <a:off x="650738" y="1227000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7" name="Heart 66">
              <a:extLst>
                <a:ext uri="{FF2B5EF4-FFF2-40B4-BE49-F238E27FC236}">
                  <a16:creationId xmlns:a16="http://schemas.microsoft.com/office/drawing/2014/main" id="{6ECB1105-917C-1946-7ACE-2CA32FB19C0D}"/>
                </a:ext>
              </a:extLst>
            </p:cNvPr>
            <p:cNvSpPr/>
            <p:nvPr/>
          </p:nvSpPr>
          <p:spPr>
            <a:xfrm>
              <a:off x="795200" y="1227000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8" name="Heart 67">
              <a:extLst>
                <a:ext uri="{FF2B5EF4-FFF2-40B4-BE49-F238E27FC236}">
                  <a16:creationId xmlns:a16="http://schemas.microsoft.com/office/drawing/2014/main" id="{F2E4F05B-D642-4AF4-FE4C-D024576906C3}"/>
                </a:ext>
              </a:extLst>
            </p:cNvPr>
            <p:cNvSpPr/>
            <p:nvPr/>
          </p:nvSpPr>
          <p:spPr>
            <a:xfrm>
              <a:off x="506274" y="2090268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9" name="Heart 68">
              <a:extLst>
                <a:ext uri="{FF2B5EF4-FFF2-40B4-BE49-F238E27FC236}">
                  <a16:creationId xmlns:a16="http://schemas.microsoft.com/office/drawing/2014/main" id="{7FDA7C78-E7E0-91A9-DA67-8322D3528A69}"/>
                </a:ext>
              </a:extLst>
            </p:cNvPr>
            <p:cNvSpPr/>
            <p:nvPr/>
          </p:nvSpPr>
          <p:spPr>
            <a:xfrm>
              <a:off x="650737" y="2090268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0" name="Heart 69">
              <a:extLst>
                <a:ext uri="{FF2B5EF4-FFF2-40B4-BE49-F238E27FC236}">
                  <a16:creationId xmlns:a16="http://schemas.microsoft.com/office/drawing/2014/main" id="{CD982D2D-C4DD-3929-8C83-2BD5FBA8916F}"/>
                </a:ext>
              </a:extLst>
            </p:cNvPr>
            <p:cNvSpPr/>
            <p:nvPr/>
          </p:nvSpPr>
          <p:spPr>
            <a:xfrm>
              <a:off x="795199" y="2089806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1" name="Heart 70">
              <a:extLst>
                <a:ext uri="{FF2B5EF4-FFF2-40B4-BE49-F238E27FC236}">
                  <a16:creationId xmlns:a16="http://schemas.microsoft.com/office/drawing/2014/main" id="{8FAFB47A-880E-5A2E-BC57-ACFD01EB8448}"/>
                </a:ext>
              </a:extLst>
            </p:cNvPr>
            <p:cNvSpPr/>
            <p:nvPr/>
          </p:nvSpPr>
          <p:spPr>
            <a:xfrm>
              <a:off x="939662" y="2089806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2" name="Heart 71">
              <a:extLst>
                <a:ext uri="{FF2B5EF4-FFF2-40B4-BE49-F238E27FC236}">
                  <a16:creationId xmlns:a16="http://schemas.microsoft.com/office/drawing/2014/main" id="{07F73071-D302-8F31-6CA5-4FDFDC8DD3A2}"/>
                </a:ext>
              </a:extLst>
            </p:cNvPr>
            <p:cNvSpPr/>
            <p:nvPr/>
          </p:nvSpPr>
          <p:spPr>
            <a:xfrm>
              <a:off x="506275" y="2666863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3" name="Heart 72">
              <a:extLst>
                <a:ext uri="{FF2B5EF4-FFF2-40B4-BE49-F238E27FC236}">
                  <a16:creationId xmlns:a16="http://schemas.microsoft.com/office/drawing/2014/main" id="{83C9FA98-852A-E016-7473-1F3F4FBBB92C}"/>
                </a:ext>
              </a:extLst>
            </p:cNvPr>
            <p:cNvSpPr/>
            <p:nvPr/>
          </p:nvSpPr>
          <p:spPr>
            <a:xfrm>
              <a:off x="650738" y="2666863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4" name="Heart 73">
              <a:extLst>
                <a:ext uri="{FF2B5EF4-FFF2-40B4-BE49-F238E27FC236}">
                  <a16:creationId xmlns:a16="http://schemas.microsoft.com/office/drawing/2014/main" id="{93AA829C-6982-5EEF-18B4-2532E6DFEA12}"/>
                </a:ext>
              </a:extLst>
            </p:cNvPr>
            <p:cNvSpPr/>
            <p:nvPr/>
          </p:nvSpPr>
          <p:spPr>
            <a:xfrm>
              <a:off x="795200" y="2666401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5" name="Heart 74">
              <a:extLst>
                <a:ext uri="{FF2B5EF4-FFF2-40B4-BE49-F238E27FC236}">
                  <a16:creationId xmlns:a16="http://schemas.microsoft.com/office/drawing/2014/main" id="{92F66032-7FCF-7BF2-C112-0D3F433E8F83}"/>
                </a:ext>
              </a:extLst>
            </p:cNvPr>
            <p:cNvSpPr/>
            <p:nvPr/>
          </p:nvSpPr>
          <p:spPr>
            <a:xfrm>
              <a:off x="939663" y="2666401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6" name="Heart 75">
              <a:extLst>
                <a:ext uri="{FF2B5EF4-FFF2-40B4-BE49-F238E27FC236}">
                  <a16:creationId xmlns:a16="http://schemas.microsoft.com/office/drawing/2014/main" id="{B5C01F0A-C000-C2E7-2DC5-85EB3A3F3A03}"/>
                </a:ext>
              </a:extLst>
            </p:cNvPr>
            <p:cNvSpPr/>
            <p:nvPr/>
          </p:nvSpPr>
          <p:spPr>
            <a:xfrm>
              <a:off x="1082538" y="2666400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C0E6D8F8-38AE-A6CD-4F75-94F0DC7531CE}"/>
                </a:ext>
              </a:extLst>
            </p:cNvPr>
            <p:cNvSpPr txBox="1"/>
            <p:nvPr/>
          </p:nvSpPr>
          <p:spPr>
            <a:xfrm>
              <a:off x="502444" y="13668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9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055BC8D6-334D-A189-0B9B-9B169B4378E7}"/>
                </a:ext>
              </a:extLst>
            </p:cNvPr>
            <p:cNvSpPr txBox="1"/>
            <p:nvPr/>
          </p:nvSpPr>
          <p:spPr>
            <a:xfrm>
              <a:off x="646907" y="13668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D7949A69-A9D6-D93A-CD92-63481CA26305}"/>
                </a:ext>
              </a:extLst>
            </p:cNvPr>
            <p:cNvSpPr txBox="1"/>
            <p:nvPr/>
          </p:nvSpPr>
          <p:spPr>
            <a:xfrm>
              <a:off x="791369" y="13668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18E139AC-FFB1-F2F1-C251-83C06D1015AD}"/>
                </a:ext>
              </a:extLst>
            </p:cNvPr>
            <p:cNvSpPr txBox="1"/>
            <p:nvPr/>
          </p:nvSpPr>
          <p:spPr>
            <a:xfrm>
              <a:off x="502444" y="1511302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Q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6448BFD2-383D-4FE1-06EE-8386892FE6A4}"/>
                </a:ext>
              </a:extLst>
            </p:cNvPr>
            <p:cNvSpPr txBox="1"/>
            <p:nvPr/>
          </p:nvSpPr>
          <p:spPr>
            <a:xfrm>
              <a:off x="646907" y="1511301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Q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805E1700-8B39-8F89-B484-FA01ACD0D52B}"/>
                </a:ext>
              </a:extLst>
            </p:cNvPr>
            <p:cNvSpPr txBox="1"/>
            <p:nvPr/>
          </p:nvSpPr>
          <p:spPr>
            <a:xfrm>
              <a:off x="791369" y="1511301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69E762E1-C00F-558C-9FA5-2683EFE7FF73}"/>
                </a:ext>
              </a:extLst>
            </p:cNvPr>
            <p:cNvSpPr txBox="1"/>
            <p:nvPr/>
          </p:nvSpPr>
          <p:spPr>
            <a:xfrm>
              <a:off x="935832" y="1511300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88EE7424-2CDA-16DF-AE04-D730593B656B}"/>
                </a:ext>
              </a:extLst>
            </p:cNvPr>
            <p:cNvSpPr txBox="1"/>
            <p:nvPr/>
          </p:nvSpPr>
          <p:spPr>
            <a:xfrm>
              <a:off x="502443" y="1656556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9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7F8FD673-E436-EE04-1D1A-A932E428F76B}"/>
                </a:ext>
              </a:extLst>
            </p:cNvPr>
            <p:cNvSpPr txBox="1"/>
            <p:nvPr/>
          </p:nvSpPr>
          <p:spPr>
            <a:xfrm>
              <a:off x="646906" y="1656556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1B30D92A-371F-513F-33CD-DBB3E0555C71}"/>
                </a:ext>
              </a:extLst>
            </p:cNvPr>
            <p:cNvSpPr txBox="1"/>
            <p:nvPr/>
          </p:nvSpPr>
          <p:spPr>
            <a:xfrm>
              <a:off x="791368" y="1656556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5C56F98F-D162-E063-D9CC-F102901152BF}"/>
                </a:ext>
              </a:extLst>
            </p:cNvPr>
            <p:cNvSpPr txBox="1"/>
            <p:nvPr/>
          </p:nvSpPr>
          <p:spPr>
            <a:xfrm>
              <a:off x="935831" y="1656556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6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AEFBEB29-B7F9-7B4A-5691-719948B15F07}"/>
                </a:ext>
              </a:extLst>
            </p:cNvPr>
            <p:cNvSpPr txBox="1"/>
            <p:nvPr/>
          </p:nvSpPr>
          <p:spPr>
            <a:xfrm>
              <a:off x="502444" y="22304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9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E80B59B7-7324-6555-A092-9AB44506E4FB}"/>
                </a:ext>
              </a:extLst>
            </p:cNvPr>
            <p:cNvSpPr txBox="1"/>
            <p:nvPr/>
          </p:nvSpPr>
          <p:spPr>
            <a:xfrm>
              <a:off x="646907" y="22304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2C7715DA-E581-D883-E1FA-A382957EFBEF}"/>
                </a:ext>
              </a:extLst>
            </p:cNvPr>
            <p:cNvSpPr txBox="1"/>
            <p:nvPr/>
          </p:nvSpPr>
          <p:spPr>
            <a:xfrm>
              <a:off x="791369" y="22304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0BCD201E-0E7E-2110-A78A-959ABA2949DB}"/>
                </a:ext>
              </a:extLst>
            </p:cNvPr>
            <p:cNvSpPr txBox="1"/>
            <p:nvPr/>
          </p:nvSpPr>
          <p:spPr>
            <a:xfrm>
              <a:off x="935832" y="22304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6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3D915E62-F6AB-0326-1F90-5FFAD2780D61}"/>
                </a:ext>
              </a:extLst>
            </p:cNvPr>
            <p:cNvSpPr txBox="1"/>
            <p:nvPr/>
          </p:nvSpPr>
          <p:spPr>
            <a:xfrm>
              <a:off x="1078707" y="2230438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5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A889C8BF-2D83-7B40-F4A7-C256D88D00F1}"/>
                </a:ext>
              </a:extLst>
            </p:cNvPr>
            <p:cNvSpPr txBox="1"/>
            <p:nvPr/>
          </p:nvSpPr>
          <p:spPr>
            <a:xfrm>
              <a:off x="502443" y="1799431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B12AEB75-0763-61D0-DFEE-14893CB2EA80}"/>
                </a:ext>
              </a:extLst>
            </p:cNvPr>
            <p:cNvSpPr txBox="1"/>
            <p:nvPr/>
          </p:nvSpPr>
          <p:spPr>
            <a:xfrm>
              <a:off x="646905" y="1799432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6D968B65-8FC8-6D41-A471-87331C02BFB2}"/>
                </a:ext>
              </a:extLst>
            </p:cNvPr>
            <p:cNvSpPr txBox="1"/>
            <p:nvPr/>
          </p:nvSpPr>
          <p:spPr>
            <a:xfrm>
              <a:off x="791368" y="1799431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8D697A88-D32C-E068-6710-4E4CEBB8E44A}"/>
                </a:ext>
              </a:extLst>
            </p:cNvPr>
            <p:cNvSpPr txBox="1"/>
            <p:nvPr/>
          </p:nvSpPr>
          <p:spPr>
            <a:xfrm>
              <a:off x="645319" y="2517314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K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F05D3357-368E-FB46-3E58-3CA018DA7888}"/>
                </a:ext>
              </a:extLst>
            </p:cNvPr>
            <p:cNvSpPr txBox="1"/>
            <p:nvPr/>
          </p:nvSpPr>
          <p:spPr>
            <a:xfrm>
              <a:off x="789782" y="2517313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K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36F7A966-3DA9-29CA-0CC4-93A7A8BDE90F}"/>
                </a:ext>
              </a:extLst>
            </p:cNvPr>
            <p:cNvSpPr txBox="1"/>
            <p:nvPr/>
          </p:nvSpPr>
          <p:spPr>
            <a:xfrm>
              <a:off x="934244" y="2517313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6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D13C1D94-C8E4-20DC-4C26-62B99C3F488C}"/>
                </a:ext>
              </a:extLst>
            </p:cNvPr>
            <p:cNvSpPr txBox="1"/>
            <p:nvPr/>
          </p:nvSpPr>
          <p:spPr>
            <a:xfrm>
              <a:off x="1078707" y="2517312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6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0AD95537-591F-BE40-9414-262542E92E85}"/>
                </a:ext>
              </a:extLst>
            </p:cNvPr>
            <p:cNvSpPr txBox="1"/>
            <p:nvPr/>
          </p:nvSpPr>
          <p:spPr>
            <a:xfrm>
              <a:off x="502444" y="2517314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K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ED152E0F-410F-4FC8-78CA-2BE70DB02E9C}"/>
                </a:ext>
              </a:extLst>
            </p:cNvPr>
            <p:cNvSpPr txBox="1"/>
            <p:nvPr/>
          </p:nvSpPr>
          <p:spPr>
            <a:xfrm>
              <a:off x="791369" y="2806701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2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B8508EFF-54C7-CF08-3EAB-5114E887C6E9}"/>
                </a:ext>
              </a:extLst>
            </p:cNvPr>
            <p:cNvSpPr txBox="1"/>
            <p:nvPr/>
          </p:nvSpPr>
          <p:spPr>
            <a:xfrm>
              <a:off x="935832" y="2806700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2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F48441CA-E91F-B2D9-2714-F7B38C97192C}"/>
                </a:ext>
              </a:extLst>
            </p:cNvPr>
            <p:cNvSpPr txBox="1"/>
            <p:nvPr/>
          </p:nvSpPr>
          <p:spPr>
            <a:xfrm>
              <a:off x="502444" y="3095626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A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66184E41-413E-FAEC-65FA-3D562BA61D89}"/>
                </a:ext>
              </a:extLst>
            </p:cNvPr>
            <p:cNvSpPr txBox="1"/>
            <p:nvPr/>
          </p:nvSpPr>
          <p:spPr>
            <a:xfrm>
              <a:off x="646907" y="3095625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A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977E6E1B-B5CD-4D40-77B2-EE2106CE4E6C}"/>
                </a:ext>
              </a:extLst>
            </p:cNvPr>
            <p:cNvSpPr txBox="1"/>
            <p:nvPr/>
          </p:nvSpPr>
          <p:spPr>
            <a:xfrm>
              <a:off x="791369" y="3095626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A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FD99FD82-E45F-ACBD-5EE3-CF4DD4F0AC70}"/>
                </a:ext>
              </a:extLst>
            </p:cNvPr>
            <p:cNvSpPr txBox="1"/>
            <p:nvPr/>
          </p:nvSpPr>
          <p:spPr>
            <a:xfrm>
              <a:off x="935832" y="3095625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A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E7031E4A-564B-DF19-BCB2-0E1119BCDF55}"/>
                </a:ext>
              </a:extLst>
            </p:cNvPr>
            <p:cNvSpPr txBox="1"/>
            <p:nvPr/>
          </p:nvSpPr>
          <p:spPr>
            <a:xfrm>
              <a:off x="502444" y="1079502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51BC90E2-E1B7-318D-FFF3-E112DDA04925}"/>
                </a:ext>
              </a:extLst>
            </p:cNvPr>
            <p:cNvSpPr txBox="1"/>
            <p:nvPr/>
          </p:nvSpPr>
          <p:spPr>
            <a:xfrm>
              <a:off x="646907" y="1079501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pic>
          <p:nvPicPr>
            <p:cNvPr id="136" name="Picture 135">
              <a:extLst>
                <a:ext uri="{FF2B5EF4-FFF2-40B4-BE49-F238E27FC236}">
                  <a16:creationId xmlns:a16="http://schemas.microsoft.com/office/drawing/2014/main" id="{17B33018-EFCE-99A0-45B1-C5B18AE9CF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8938" y="3101709"/>
              <a:ext cx="144000" cy="130708"/>
            </a:xfrm>
            <a:prstGeom prst="rect">
              <a:avLst/>
            </a:prstGeom>
          </p:spPr>
        </p:pic>
        <p:sp>
          <p:nvSpPr>
            <p:cNvPr id="137" name="Heart 136">
              <a:extLst>
                <a:ext uri="{FF2B5EF4-FFF2-40B4-BE49-F238E27FC236}">
                  <a16:creationId xmlns:a16="http://schemas.microsoft.com/office/drawing/2014/main" id="{507717EE-6DB9-7B6F-955B-6462FDD59091}"/>
                </a:ext>
              </a:extLst>
            </p:cNvPr>
            <p:cNvSpPr/>
            <p:nvPr/>
          </p:nvSpPr>
          <p:spPr>
            <a:xfrm>
              <a:off x="506275" y="2956251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38" name="Heart 137">
              <a:extLst>
                <a:ext uri="{FF2B5EF4-FFF2-40B4-BE49-F238E27FC236}">
                  <a16:creationId xmlns:a16="http://schemas.microsoft.com/office/drawing/2014/main" id="{5AAF6F89-3930-CF7F-3228-A5C09725063E}"/>
                </a:ext>
              </a:extLst>
            </p:cNvPr>
            <p:cNvSpPr/>
            <p:nvPr/>
          </p:nvSpPr>
          <p:spPr>
            <a:xfrm>
              <a:off x="650738" y="2956251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39" name="Heart 138">
              <a:extLst>
                <a:ext uri="{FF2B5EF4-FFF2-40B4-BE49-F238E27FC236}">
                  <a16:creationId xmlns:a16="http://schemas.microsoft.com/office/drawing/2014/main" id="{99042A45-2E5D-29CD-C110-DA829362AE82}"/>
                </a:ext>
              </a:extLst>
            </p:cNvPr>
            <p:cNvSpPr/>
            <p:nvPr/>
          </p:nvSpPr>
          <p:spPr>
            <a:xfrm>
              <a:off x="795200" y="2955789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0" name="Heart 139">
              <a:extLst>
                <a:ext uri="{FF2B5EF4-FFF2-40B4-BE49-F238E27FC236}">
                  <a16:creationId xmlns:a16="http://schemas.microsoft.com/office/drawing/2014/main" id="{E5175028-74F7-C9DA-D7FC-A20BE7E29851}"/>
                </a:ext>
              </a:extLst>
            </p:cNvPr>
            <p:cNvSpPr/>
            <p:nvPr/>
          </p:nvSpPr>
          <p:spPr>
            <a:xfrm>
              <a:off x="939663" y="2955789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1" name="Heart 140">
              <a:extLst>
                <a:ext uri="{FF2B5EF4-FFF2-40B4-BE49-F238E27FC236}">
                  <a16:creationId xmlns:a16="http://schemas.microsoft.com/office/drawing/2014/main" id="{0EB025E9-ACD0-DDC9-553D-A0568EE01CCE}"/>
                </a:ext>
              </a:extLst>
            </p:cNvPr>
            <p:cNvSpPr/>
            <p:nvPr/>
          </p:nvSpPr>
          <p:spPr>
            <a:xfrm>
              <a:off x="1082538" y="2955788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2" name="Heart 141">
              <a:extLst>
                <a:ext uri="{FF2B5EF4-FFF2-40B4-BE49-F238E27FC236}">
                  <a16:creationId xmlns:a16="http://schemas.microsoft.com/office/drawing/2014/main" id="{7F530C93-4DDE-F642-E65D-D223A5799D57}"/>
                </a:ext>
              </a:extLst>
            </p:cNvPr>
            <p:cNvSpPr/>
            <p:nvPr/>
          </p:nvSpPr>
          <p:spPr>
            <a:xfrm>
              <a:off x="506274" y="2379194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3" name="Heart 142">
              <a:extLst>
                <a:ext uri="{FF2B5EF4-FFF2-40B4-BE49-F238E27FC236}">
                  <a16:creationId xmlns:a16="http://schemas.microsoft.com/office/drawing/2014/main" id="{AD98664A-00B6-40A1-CDA4-7A97C00BBA7C}"/>
                </a:ext>
              </a:extLst>
            </p:cNvPr>
            <p:cNvSpPr/>
            <p:nvPr/>
          </p:nvSpPr>
          <p:spPr>
            <a:xfrm>
              <a:off x="650737" y="2379194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4" name="Heart 143">
              <a:extLst>
                <a:ext uri="{FF2B5EF4-FFF2-40B4-BE49-F238E27FC236}">
                  <a16:creationId xmlns:a16="http://schemas.microsoft.com/office/drawing/2014/main" id="{1FBED2D9-6566-7BAE-1D7C-3751A6B23EAF}"/>
                </a:ext>
              </a:extLst>
            </p:cNvPr>
            <p:cNvSpPr/>
            <p:nvPr/>
          </p:nvSpPr>
          <p:spPr>
            <a:xfrm>
              <a:off x="795199" y="2378732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5" name="Heart 144">
              <a:extLst>
                <a:ext uri="{FF2B5EF4-FFF2-40B4-BE49-F238E27FC236}">
                  <a16:creationId xmlns:a16="http://schemas.microsoft.com/office/drawing/2014/main" id="{706AE207-80FB-22CF-E538-76E208A277D6}"/>
                </a:ext>
              </a:extLst>
            </p:cNvPr>
            <p:cNvSpPr/>
            <p:nvPr/>
          </p:nvSpPr>
          <p:spPr>
            <a:xfrm>
              <a:off x="939662" y="2378732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7" name="Heart 146">
              <a:extLst>
                <a:ext uri="{FF2B5EF4-FFF2-40B4-BE49-F238E27FC236}">
                  <a16:creationId xmlns:a16="http://schemas.microsoft.com/office/drawing/2014/main" id="{61EB704E-1272-9FF7-0F09-7BBEBD389B02}"/>
                </a:ext>
              </a:extLst>
            </p:cNvPr>
            <p:cNvSpPr/>
            <p:nvPr/>
          </p:nvSpPr>
          <p:spPr>
            <a:xfrm>
              <a:off x="506274" y="1947394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8" name="Heart 147">
              <a:extLst>
                <a:ext uri="{FF2B5EF4-FFF2-40B4-BE49-F238E27FC236}">
                  <a16:creationId xmlns:a16="http://schemas.microsoft.com/office/drawing/2014/main" id="{DE83F48D-B97C-B19B-9743-FE7E7A769968}"/>
                </a:ext>
              </a:extLst>
            </p:cNvPr>
            <p:cNvSpPr/>
            <p:nvPr/>
          </p:nvSpPr>
          <p:spPr>
            <a:xfrm>
              <a:off x="650737" y="1947394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9" name="Heart 148">
              <a:extLst>
                <a:ext uri="{FF2B5EF4-FFF2-40B4-BE49-F238E27FC236}">
                  <a16:creationId xmlns:a16="http://schemas.microsoft.com/office/drawing/2014/main" id="{4FB8E368-0D63-22B0-646F-39F6240905D7}"/>
                </a:ext>
              </a:extLst>
            </p:cNvPr>
            <p:cNvSpPr/>
            <p:nvPr/>
          </p:nvSpPr>
          <p:spPr>
            <a:xfrm>
              <a:off x="795199" y="1946932"/>
              <a:ext cx="136800" cy="136800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5121B9CD-8E55-A666-0CAB-594655D56C00}"/>
                </a:ext>
              </a:extLst>
            </p:cNvPr>
            <p:cNvSpPr txBox="1"/>
            <p:nvPr/>
          </p:nvSpPr>
          <p:spPr>
            <a:xfrm>
              <a:off x="502444" y="2951957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9</a:t>
              </a: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5C6C5C31-59D0-1884-BF56-C411FEA88310}"/>
                </a:ext>
              </a:extLst>
            </p:cNvPr>
            <p:cNvSpPr txBox="1"/>
            <p:nvPr/>
          </p:nvSpPr>
          <p:spPr>
            <a:xfrm>
              <a:off x="646907" y="2951957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04654FD9-1F30-22F1-92B5-7B46F2BC982C}"/>
                </a:ext>
              </a:extLst>
            </p:cNvPr>
            <p:cNvSpPr txBox="1"/>
            <p:nvPr/>
          </p:nvSpPr>
          <p:spPr>
            <a:xfrm>
              <a:off x="791369" y="2951957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94CC570A-6F61-4768-138F-A3AEC73E1E7D}"/>
                </a:ext>
              </a:extLst>
            </p:cNvPr>
            <p:cNvSpPr txBox="1"/>
            <p:nvPr/>
          </p:nvSpPr>
          <p:spPr>
            <a:xfrm>
              <a:off x="935832" y="2951957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6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ED404F58-F8E5-8286-7B43-35ADAD7D36B8}"/>
                </a:ext>
              </a:extLst>
            </p:cNvPr>
            <p:cNvSpPr txBox="1"/>
            <p:nvPr/>
          </p:nvSpPr>
          <p:spPr>
            <a:xfrm>
              <a:off x="1078707" y="2951957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5</a:t>
              </a: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DCBAACEB-1707-5F54-9216-9FFEA1F05CA2}"/>
                </a:ext>
              </a:extLst>
            </p:cNvPr>
            <p:cNvSpPr txBox="1"/>
            <p:nvPr/>
          </p:nvSpPr>
          <p:spPr>
            <a:xfrm>
              <a:off x="502443" y="2374900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9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11327961-6563-9C55-C0C5-D8FBB701FFDC}"/>
                </a:ext>
              </a:extLst>
            </p:cNvPr>
            <p:cNvSpPr txBox="1"/>
            <p:nvPr/>
          </p:nvSpPr>
          <p:spPr>
            <a:xfrm>
              <a:off x="646906" y="2374900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7C3AC420-3ACE-D12B-2A69-ED184E70D6C6}"/>
                </a:ext>
              </a:extLst>
            </p:cNvPr>
            <p:cNvSpPr txBox="1"/>
            <p:nvPr/>
          </p:nvSpPr>
          <p:spPr>
            <a:xfrm>
              <a:off x="791368" y="2374900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AD18B17C-5F27-0C90-9E3C-ECB4B9C030C9}"/>
                </a:ext>
              </a:extLst>
            </p:cNvPr>
            <p:cNvSpPr txBox="1"/>
            <p:nvPr/>
          </p:nvSpPr>
          <p:spPr>
            <a:xfrm>
              <a:off x="935831" y="2374900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6</a:t>
              </a: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CD06A207-0D53-D3D2-C92D-0FBCDACFD803}"/>
                </a:ext>
              </a:extLst>
            </p:cNvPr>
            <p:cNvSpPr txBox="1"/>
            <p:nvPr/>
          </p:nvSpPr>
          <p:spPr>
            <a:xfrm>
              <a:off x="502443" y="1943100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9</a:t>
              </a: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2E9A51FD-2D71-C409-D9BD-13375A163F4B}"/>
                </a:ext>
              </a:extLst>
            </p:cNvPr>
            <p:cNvSpPr txBox="1"/>
            <p:nvPr/>
          </p:nvSpPr>
          <p:spPr>
            <a:xfrm>
              <a:off x="646906" y="1943100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8</a:t>
              </a: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5D80E852-524E-DD57-EBEE-67781E94F67C}"/>
                </a:ext>
              </a:extLst>
            </p:cNvPr>
            <p:cNvSpPr txBox="1"/>
            <p:nvPr/>
          </p:nvSpPr>
          <p:spPr>
            <a:xfrm>
              <a:off x="791368" y="1943100"/>
              <a:ext cx="144462" cy="144462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900" cap="all" dirty="0">
                  <a:latin typeface="Copperplate Gothic Bold" panose="020E0705020206020404" pitchFamily="34" charset="0"/>
                </a:rPr>
                <a:t>7</a:t>
              </a: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391AC611-E7C9-7D4B-9376-CB9CAE0CA61B}"/>
                </a:ext>
              </a:extLst>
            </p:cNvPr>
            <p:cNvSpPr txBox="1"/>
            <p:nvPr/>
          </p:nvSpPr>
          <p:spPr>
            <a:xfrm>
              <a:off x="431801" y="611088"/>
              <a:ext cx="863600" cy="216000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 anchorCtr="0">
              <a:noAutofit/>
            </a:bodyPr>
            <a:lstStyle/>
            <a:p>
              <a:pPr algn="ctr"/>
              <a:r>
                <a:rPr lang="en-AU" sz="1000" cap="all" dirty="0">
                  <a:solidFill>
                    <a:schemeClr val="bg1"/>
                  </a:solidFill>
                  <a:latin typeface="Copperplate Gothic Bold" panose="020E0705020206020404" pitchFamily="34" charset="0"/>
                </a:rPr>
                <a:t>Example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6444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94</TotalTime>
  <Words>333</Words>
  <Application>Microsoft Office PowerPoint</Application>
  <PresentationFormat>Custom</PresentationFormat>
  <Paragraphs>240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Copperplate Gothic Bold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 Richardson</dc:creator>
  <cp:lastModifiedBy>Mark Richardson</cp:lastModifiedBy>
  <cp:revision>2</cp:revision>
  <dcterms:created xsi:type="dcterms:W3CDTF">2025-11-22T09:30:25Z</dcterms:created>
  <dcterms:modified xsi:type="dcterms:W3CDTF">2025-11-22T11:04:41Z</dcterms:modified>
</cp:coreProperties>
</file>