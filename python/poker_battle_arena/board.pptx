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60" r:id="rId5"/>
    <p:sldId id="259" r:id="rId6"/>
    <p:sldId id="261" r:id="rId7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" userDrawn="1">
          <p15:clr>
            <a:srgbClr val="A4A3A4"/>
          </p15:clr>
        </p15:guide>
        <p15:guide id="3" orient="horz" pos="4354" userDrawn="1">
          <p15:clr>
            <a:srgbClr val="A4A3A4"/>
          </p15:clr>
        </p15:guide>
        <p15:guide id="4" pos="3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1218" y="300"/>
      </p:cViewPr>
      <p:guideLst>
        <p:guide orient="horz" pos="408"/>
        <p:guide orient="horz" pos="4354"/>
        <p:guide pos="3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545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7" userDrawn="1">
          <p15:clr>
            <a:srgbClr val="FBAE40"/>
          </p15:clr>
        </p15:guide>
        <p15:guide id="2" pos="1145" userDrawn="1">
          <p15:clr>
            <a:srgbClr val="FBAE40"/>
          </p15:clr>
        </p15:guide>
        <p15:guide id="3" pos="5590" userDrawn="1">
          <p15:clr>
            <a:srgbClr val="FBAE40"/>
          </p15:clr>
        </p15:guide>
        <p15:guide id="4" orient="horz" pos="238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CE3C2FA-8B33-7C26-F3CE-D9A102A63254}"/>
              </a:ext>
            </a:extLst>
          </p:cNvPr>
          <p:cNvCxnSpPr/>
          <p:nvPr userDrawn="1"/>
        </p:nvCxnSpPr>
        <p:spPr>
          <a:xfrm>
            <a:off x="53975" y="1258888"/>
            <a:ext cx="0" cy="5041900"/>
          </a:xfrm>
          <a:prstGeom prst="line">
            <a:avLst/>
          </a:prstGeom>
          <a:ln w="180000" cap="sq">
            <a:solidFill>
              <a:schemeClr val="bg1">
                <a:alpha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F63A39-8BBF-77FF-09D9-DDFE9F6552F1}"/>
              </a:ext>
            </a:extLst>
          </p:cNvPr>
          <p:cNvCxnSpPr/>
          <p:nvPr userDrawn="1"/>
        </p:nvCxnSpPr>
        <p:spPr>
          <a:xfrm>
            <a:off x="10637838" y="1258888"/>
            <a:ext cx="0" cy="5041900"/>
          </a:xfrm>
          <a:prstGeom prst="line">
            <a:avLst/>
          </a:prstGeom>
          <a:ln w="180000" cap="sq">
            <a:solidFill>
              <a:schemeClr val="bg1">
                <a:alpha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487357-C238-5B36-C44B-4D9A03E3D2E8}"/>
              </a:ext>
            </a:extLst>
          </p:cNvPr>
          <p:cNvCxnSpPr/>
          <p:nvPr userDrawn="1"/>
        </p:nvCxnSpPr>
        <p:spPr>
          <a:xfrm>
            <a:off x="3581400" y="1258888"/>
            <a:ext cx="0" cy="5041900"/>
          </a:xfrm>
          <a:prstGeom prst="line">
            <a:avLst/>
          </a:prstGeom>
          <a:ln w="180000" cap="sq">
            <a:solidFill>
              <a:schemeClr val="bg1">
                <a:alpha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A780BB-68A6-BE5A-4DBC-E2E3F67A1480}"/>
              </a:ext>
            </a:extLst>
          </p:cNvPr>
          <p:cNvCxnSpPr/>
          <p:nvPr userDrawn="1"/>
        </p:nvCxnSpPr>
        <p:spPr>
          <a:xfrm>
            <a:off x="7110413" y="1258888"/>
            <a:ext cx="0" cy="5041900"/>
          </a:xfrm>
          <a:prstGeom prst="line">
            <a:avLst/>
          </a:prstGeom>
          <a:ln w="180000" cap="sq">
            <a:solidFill>
              <a:schemeClr val="bg1">
                <a:alpha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81400" y="1979611"/>
            <a:ext cx="3529013" cy="36004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5400000">
            <a:off x="17462" y="2016127"/>
            <a:ext cx="3600452" cy="3527424"/>
          </a:xfrm>
          <a:prstGeom prst="rect">
            <a:avLst/>
          </a:prstGeom>
        </p:spPr>
        <p:txBody>
          <a:bodyPr vert="horz" lIns="360000" tIns="360000" rIns="360000" bIns="360000" rtlCol="0">
            <a:noAutofit/>
          </a:bodyPr>
          <a:lstStyle/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B48F77-6314-4906-8E31-56A75CAB08C5}" type="datetimeFigureOut">
              <a:rPr lang="en-AU" smtClean="0"/>
              <a:t>2026-02-14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695C8-FF2C-4A2B-AC15-29E0B00251BB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E507F7-5324-2740-975F-0DCF1735DCF1}"/>
              </a:ext>
            </a:extLst>
          </p:cNvPr>
          <p:cNvSpPr/>
          <p:nvPr userDrawn="1"/>
        </p:nvSpPr>
        <p:spPr>
          <a:xfrm rot="16200000">
            <a:off x="4715906" y="-4715906"/>
            <a:ext cx="1260000" cy="10691813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281B81-59AA-C09B-016F-D443088A4ED1}"/>
              </a:ext>
            </a:extLst>
          </p:cNvPr>
          <p:cNvSpPr/>
          <p:nvPr userDrawn="1"/>
        </p:nvSpPr>
        <p:spPr>
          <a:xfrm rot="5400000">
            <a:off x="4715906" y="1584882"/>
            <a:ext cx="1260000" cy="10691813"/>
          </a:xfrm>
          <a:prstGeom prst="rect">
            <a:avLst/>
          </a:prstGeom>
          <a:blipFill dpi="0" rotWithShape="1">
            <a:blip r:embed="rId4"/>
            <a:srcRect/>
            <a:tile tx="126000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427EFA-1E1A-5D1B-1974-1E01A4D3263E}"/>
              </a:ext>
            </a:extLst>
          </p:cNvPr>
          <p:cNvSpPr/>
          <p:nvPr userDrawn="1"/>
        </p:nvSpPr>
        <p:spPr>
          <a:xfrm rot="16200000">
            <a:off x="4715906" y="-4717019"/>
            <a:ext cx="1260000" cy="10691813"/>
          </a:xfrm>
          <a:prstGeom prst="rect">
            <a:avLst/>
          </a:prstGeom>
          <a:gradFill flip="none" rotWithShape="1">
            <a:gsLst>
              <a:gs pos="90000">
                <a:schemeClr val="tx1">
                  <a:alpha val="0"/>
                </a:schemeClr>
              </a:gs>
              <a:gs pos="100000">
                <a:schemeClr val="tx1">
                  <a:alpha val="6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C08F36-F953-065F-7F84-FC456B0C52D9}"/>
              </a:ext>
            </a:extLst>
          </p:cNvPr>
          <p:cNvSpPr/>
          <p:nvPr userDrawn="1"/>
        </p:nvSpPr>
        <p:spPr>
          <a:xfrm rot="5400000">
            <a:off x="4715906" y="1584882"/>
            <a:ext cx="1260000" cy="10691813"/>
          </a:xfrm>
          <a:prstGeom prst="rect">
            <a:avLst/>
          </a:prstGeom>
          <a:gradFill flip="none" rotWithShape="1">
            <a:gsLst>
              <a:gs pos="90000">
                <a:schemeClr val="tx1">
                  <a:alpha val="0"/>
                </a:schemeClr>
              </a:gs>
              <a:gs pos="100000">
                <a:schemeClr val="tx1">
                  <a:alpha val="6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767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ctr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JQKAs Wild" panose="02000500000000000000" pitchFamily="2" charset="0"/>
          <a:ea typeface="+mj-ea"/>
          <a:cs typeface="+mj-cs"/>
        </a:defRPr>
      </a:lvl1pPr>
    </p:titleStyle>
    <p:bodyStyle>
      <a:lvl1pPr marL="0" indent="0" algn="l" defTabSz="1007943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100" kern="1200">
          <a:solidFill>
            <a:schemeClr val="tx1"/>
          </a:solidFill>
          <a:latin typeface="JQKAs Wild" panose="02000500000000000000" pitchFamily="2" charset="0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47" userDrawn="1">
          <p15:clr>
            <a:srgbClr val="F26B43"/>
          </p15:clr>
        </p15:guide>
        <p15:guide id="2" pos="2256" userDrawn="1">
          <p15:clr>
            <a:srgbClr val="F26B43"/>
          </p15:clr>
        </p15:guide>
        <p15:guide id="3" orient="horz" pos="3515" userDrawn="1">
          <p15:clr>
            <a:srgbClr val="F26B43"/>
          </p15:clr>
        </p15:guide>
        <p15:guide id="4" pos="4479" userDrawn="1">
          <p15:clr>
            <a:srgbClr val="F26B43"/>
          </p15:clr>
        </p15:guide>
        <p15:guide id="5" pos="6701" userDrawn="1">
          <p15:clr>
            <a:srgbClr val="F26B43"/>
          </p15:clr>
        </p15:guide>
        <p15:guide id="6" pos="34" userDrawn="1">
          <p15:clr>
            <a:srgbClr val="F26B43"/>
          </p15:clr>
        </p15:guide>
        <p15:guide id="7" orient="horz" pos="793" userDrawn="1">
          <p15:clr>
            <a:srgbClr val="F26B43"/>
          </p15:clr>
        </p15:guide>
        <p15:guide id="8" orient="horz" pos="396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roup 225">
            <a:extLst>
              <a:ext uri="{FF2B5EF4-FFF2-40B4-BE49-F238E27FC236}">
                <a16:creationId xmlns:a16="http://schemas.microsoft.com/office/drawing/2014/main" id="{78EC2C78-187E-9596-EDFA-BF8CBA3221CA}"/>
              </a:ext>
            </a:extLst>
          </p:cNvPr>
          <p:cNvGrpSpPr/>
          <p:nvPr/>
        </p:nvGrpSpPr>
        <p:grpSpPr>
          <a:xfrm rot="5400000">
            <a:off x="377825" y="2483644"/>
            <a:ext cx="2879726" cy="2592388"/>
            <a:chOff x="179388" y="574675"/>
            <a:chExt cx="2879726" cy="2592388"/>
          </a:xfrm>
        </p:grpSpPr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BC14FFC0-24F5-D120-B980-2AF5103B1578}"/>
                </a:ext>
              </a:extLst>
            </p:cNvPr>
            <p:cNvSpPr/>
            <p:nvPr/>
          </p:nvSpPr>
          <p:spPr>
            <a:xfrm>
              <a:off x="179388" y="574675"/>
              <a:ext cx="2879726" cy="2592388"/>
            </a:xfrm>
            <a:prstGeom prst="rect">
              <a:avLst/>
            </a:prstGeom>
            <a:noFill/>
            <a:ln w="72000">
              <a:solidFill>
                <a:schemeClr val="bg1">
                  <a:alpha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cap="all"/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897C9F32-75AC-D936-D3B2-95B4D602A8DD}"/>
                </a:ext>
              </a:extLst>
            </p:cNvPr>
            <p:cNvCxnSpPr>
              <a:cxnSpLocks/>
            </p:cNvCxnSpPr>
            <p:nvPr/>
          </p:nvCxnSpPr>
          <p:spPr>
            <a:xfrm>
              <a:off x="215325" y="863600"/>
              <a:ext cx="2808863" cy="0"/>
            </a:xfrm>
            <a:prstGeom prst="line">
              <a:avLst/>
            </a:prstGeom>
            <a:ln w="72000">
              <a:solidFill>
                <a:schemeClr val="bg1">
                  <a:alpha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277535A0-4707-92E6-400D-7C8C71170FFA}"/>
                </a:ext>
              </a:extLst>
            </p:cNvPr>
            <p:cNvSpPr txBox="1"/>
            <p:nvPr/>
          </p:nvSpPr>
          <p:spPr>
            <a:xfrm>
              <a:off x="215900" y="611188"/>
              <a:ext cx="216000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#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5F486840-11D5-B4CA-7C4E-496570730497}"/>
                </a:ext>
              </a:extLst>
            </p:cNvPr>
            <p:cNvSpPr txBox="1"/>
            <p:nvPr/>
          </p:nvSpPr>
          <p:spPr>
            <a:xfrm>
              <a:off x="215800" y="93503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571878D6-FE91-27DD-CE73-1C45E83E08E8}"/>
                </a:ext>
              </a:extLst>
            </p:cNvPr>
            <p:cNvSpPr txBox="1"/>
            <p:nvPr/>
          </p:nvSpPr>
          <p:spPr>
            <a:xfrm>
              <a:off x="215900" y="1079500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FCF25ECF-68D6-C661-B4B7-EE787FB2E871}"/>
                </a:ext>
              </a:extLst>
            </p:cNvPr>
            <p:cNvSpPr txBox="1"/>
            <p:nvPr/>
          </p:nvSpPr>
          <p:spPr>
            <a:xfrm>
              <a:off x="215900" y="122555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0E4B63BF-24F6-7B9F-1BA3-217A9F437170}"/>
                </a:ext>
              </a:extLst>
            </p:cNvPr>
            <p:cNvSpPr txBox="1"/>
            <p:nvPr/>
          </p:nvSpPr>
          <p:spPr>
            <a:xfrm>
              <a:off x="215900" y="136683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14610D8A-67C2-0266-0B5C-7D518A836C2E}"/>
                </a:ext>
              </a:extLst>
            </p:cNvPr>
            <p:cNvSpPr txBox="1"/>
            <p:nvPr/>
          </p:nvSpPr>
          <p:spPr>
            <a:xfrm>
              <a:off x="215800" y="1511300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B4B4E5E1-C2C2-3B58-77A1-4C9D0E04D879}"/>
                </a:ext>
              </a:extLst>
            </p:cNvPr>
            <p:cNvSpPr txBox="1"/>
            <p:nvPr/>
          </p:nvSpPr>
          <p:spPr>
            <a:xfrm>
              <a:off x="215900" y="16557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82C037EE-A5BF-8CD0-36B3-CE8F1CC1FE4A}"/>
                </a:ext>
              </a:extLst>
            </p:cNvPr>
            <p:cNvSpPr txBox="1"/>
            <p:nvPr/>
          </p:nvSpPr>
          <p:spPr>
            <a:xfrm>
              <a:off x="215900" y="1800225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63AD1B20-3F25-CF19-A2ED-F93055F36603}"/>
                </a:ext>
              </a:extLst>
            </p:cNvPr>
            <p:cNvSpPr txBox="1"/>
            <p:nvPr/>
          </p:nvSpPr>
          <p:spPr>
            <a:xfrm>
              <a:off x="215900" y="194310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AF6270F9-52D8-A56F-50A5-27A21A51CF8B}"/>
                </a:ext>
              </a:extLst>
            </p:cNvPr>
            <p:cNvSpPr txBox="1"/>
            <p:nvPr/>
          </p:nvSpPr>
          <p:spPr>
            <a:xfrm>
              <a:off x="215900" y="20875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EF54CAB0-C752-DC37-0868-B6F431D35F7E}"/>
                </a:ext>
              </a:extLst>
            </p:cNvPr>
            <p:cNvSpPr txBox="1"/>
            <p:nvPr/>
          </p:nvSpPr>
          <p:spPr>
            <a:xfrm>
              <a:off x="215800" y="2232025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10</a:t>
              </a: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7E3DEC31-3D2F-D45B-B1D9-D593F165687B}"/>
                </a:ext>
              </a:extLst>
            </p:cNvPr>
            <p:cNvSpPr txBox="1"/>
            <p:nvPr/>
          </p:nvSpPr>
          <p:spPr>
            <a:xfrm>
              <a:off x="215900" y="237490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11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B656BC17-A46A-AF31-DB02-1ED9A78C3EDC}"/>
                </a:ext>
              </a:extLst>
            </p:cNvPr>
            <p:cNvSpPr txBox="1"/>
            <p:nvPr/>
          </p:nvSpPr>
          <p:spPr>
            <a:xfrm>
              <a:off x="215800" y="252095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12</a:t>
              </a: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FDC9E190-6820-28E2-B132-CFB282772644}"/>
                </a:ext>
              </a:extLst>
            </p:cNvPr>
            <p:cNvSpPr txBox="1"/>
            <p:nvPr/>
          </p:nvSpPr>
          <p:spPr>
            <a:xfrm>
              <a:off x="215800" y="2663826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13</a:t>
              </a: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E460CA25-BE5C-5BEF-F57C-A6F4335C2FA9}"/>
                </a:ext>
              </a:extLst>
            </p:cNvPr>
            <p:cNvSpPr txBox="1"/>
            <p:nvPr/>
          </p:nvSpPr>
          <p:spPr>
            <a:xfrm>
              <a:off x="215800" y="280828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14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DDF9D5BB-2524-69F4-0E9A-70BCE14DA7DD}"/>
                </a:ext>
              </a:extLst>
            </p:cNvPr>
            <p:cNvSpPr txBox="1"/>
            <p:nvPr/>
          </p:nvSpPr>
          <p:spPr>
            <a:xfrm>
              <a:off x="215900" y="29511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15</a:t>
              </a: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8ECEEE02-BE55-EE72-BBFE-A7CFF735126B}"/>
                </a:ext>
              </a:extLst>
            </p:cNvPr>
            <p:cNvSpPr txBox="1"/>
            <p:nvPr/>
          </p:nvSpPr>
          <p:spPr>
            <a:xfrm>
              <a:off x="1295399" y="611088"/>
              <a:ext cx="1728789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Hand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D725FA92-A2A4-E2E7-2C27-52C62FF12144}"/>
                </a:ext>
              </a:extLst>
            </p:cNvPr>
            <p:cNvSpPr txBox="1"/>
            <p:nvPr/>
          </p:nvSpPr>
          <p:spPr>
            <a:xfrm>
              <a:off x="1295400" y="9350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Single</a:t>
              </a: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931D015B-42AE-D37D-C5AB-A1BB0EC56651}"/>
                </a:ext>
              </a:extLst>
            </p:cNvPr>
            <p:cNvSpPr txBox="1"/>
            <p:nvPr/>
          </p:nvSpPr>
          <p:spPr>
            <a:xfrm>
              <a:off x="1295401" y="10795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Pair</a:t>
              </a: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290FE7D2-FC2F-E28B-5D05-2C8B6B4229F9}"/>
                </a:ext>
              </a:extLst>
            </p:cNvPr>
            <p:cNvSpPr txBox="1"/>
            <p:nvPr/>
          </p:nvSpPr>
          <p:spPr>
            <a:xfrm>
              <a:off x="1295401" y="1222376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Flush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3EAF2AEA-E4D4-74D1-0FDD-A340D973A93D}"/>
                </a:ext>
              </a:extLst>
            </p:cNvPr>
            <p:cNvSpPr txBox="1"/>
            <p:nvPr/>
          </p:nvSpPr>
          <p:spPr>
            <a:xfrm>
              <a:off x="1295401" y="13668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Straight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ECB06478-48CC-0AD3-3EE7-51B9E100652F}"/>
                </a:ext>
              </a:extLst>
            </p:cNvPr>
            <p:cNvSpPr txBox="1"/>
            <p:nvPr/>
          </p:nvSpPr>
          <p:spPr>
            <a:xfrm>
              <a:off x="1295401" y="15113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Two Pair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82D06335-4E82-4E0F-7FA7-6C54691438B9}"/>
                </a:ext>
              </a:extLst>
            </p:cNvPr>
            <p:cNvSpPr txBox="1"/>
            <p:nvPr/>
          </p:nvSpPr>
          <p:spPr>
            <a:xfrm>
              <a:off x="1295401" y="16557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Flush</a:t>
              </a: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A39F568A-4BE1-399C-DCA4-A6BDFCC116C9}"/>
                </a:ext>
              </a:extLst>
            </p:cNvPr>
            <p:cNvSpPr txBox="1"/>
            <p:nvPr/>
          </p:nvSpPr>
          <p:spPr>
            <a:xfrm>
              <a:off x="1295401" y="17986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Straight</a:t>
              </a: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51D14249-C83F-EC32-9C8B-A0606768039F}"/>
                </a:ext>
              </a:extLst>
            </p:cNvPr>
            <p:cNvSpPr txBox="1"/>
            <p:nvPr/>
          </p:nvSpPr>
          <p:spPr>
            <a:xfrm>
              <a:off x="1295401" y="19431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of a Kind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8012CC9C-18C6-7CDC-F8EF-AC08DC2CAE0C}"/>
                </a:ext>
              </a:extLst>
            </p:cNvPr>
            <p:cNvSpPr txBox="1"/>
            <p:nvPr/>
          </p:nvSpPr>
          <p:spPr>
            <a:xfrm>
              <a:off x="1295401" y="20875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Straight Flush</a:t>
              </a: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7C64EDEE-2B82-B916-1680-108BC8E63C10}"/>
                </a:ext>
              </a:extLst>
            </p:cNvPr>
            <p:cNvSpPr txBox="1"/>
            <p:nvPr/>
          </p:nvSpPr>
          <p:spPr>
            <a:xfrm>
              <a:off x="1295401" y="2232025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Straight</a:t>
              </a: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5FBF9CD7-1570-09B7-AC32-57C9CD846B6A}"/>
                </a:ext>
              </a:extLst>
            </p:cNvPr>
            <p:cNvSpPr txBox="1"/>
            <p:nvPr/>
          </p:nvSpPr>
          <p:spPr>
            <a:xfrm>
              <a:off x="1295401" y="23749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Flush</a:t>
              </a: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FF8B9D0F-D75A-1F59-3798-9C03DE7A52F8}"/>
                </a:ext>
              </a:extLst>
            </p:cNvPr>
            <p:cNvSpPr txBox="1"/>
            <p:nvPr/>
          </p:nvSpPr>
          <p:spPr>
            <a:xfrm>
              <a:off x="1295401" y="25193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Full House</a:t>
              </a: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645CEA2E-676C-513D-1B5A-515BD4E008FE}"/>
                </a:ext>
              </a:extLst>
            </p:cNvPr>
            <p:cNvSpPr txBox="1"/>
            <p:nvPr/>
          </p:nvSpPr>
          <p:spPr>
            <a:xfrm>
              <a:off x="1295401" y="2663826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Straight Flush</a:t>
              </a: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75855868-E56F-B851-D1C6-5E94D63F6EDC}"/>
                </a:ext>
              </a:extLst>
            </p:cNvPr>
            <p:cNvSpPr txBox="1"/>
            <p:nvPr/>
          </p:nvSpPr>
          <p:spPr>
            <a:xfrm>
              <a:off x="1295401" y="28067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of a Kind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D3F20D9D-E23D-99FA-2789-6E6A5FF685DA}"/>
                </a:ext>
              </a:extLst>
            </p:cNvPr>
            <p:cNvSpPr txBox="1"/>
            <p:nvPr/>
          </p:nvSpPr>
          <p:spPr>
            <a:xfrm>
              <a:off x="1295401" y="29511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Straight Flush</a:t>
              </a: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B8EC2561-1B71-26B8-DDE6-202EB3766FA7}"/>
                </a:ext>
              </a:extLst>
            </p:cNvPr>
            <p:cNvSpPr txBox="1"/>
            <p:nvPr/>
          </p:nvSpPr>
          <p:spPr>
            <a:xfrm>
              <a:off x="503238" y="9350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J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FDAEC799-926E-63DD-2E8C-93043F46732C}"/>
                </a:ext>
              </a:extLst>
            </p:cNvPr>
            <p:cNvSpPr txBox="1"/>
            <p:nvPr/>
          </p:nvSpPr>
          <p:spPr>
            <a:xfrm>
              <a:off x="502444" y="28067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739D5F16-33C6-E7FF-7F4B-70D07AB634C9}"/>
                </a:ext>
              </a:extLst>
            </p:cNvPr>
            <p:cNvSpPr txBox="1"/>
            <p:nvPr/>
          </p:nvSpPr>
          <p:spPr>
            <a:xfrm>
              <a:off x="646907" y="28067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264" name="Heart 263">
              <a:extLst>
                <a:ext uri="{FF2B5EF4-FFF2-40B4-BE49-F238E27FC236}">
                  <a16:creationId xmlns:a16="http://schemas.microsoft.com/office/drawing/2014/main" id="{C864D566-BEEB-D474-387B-C7383F9018DC}"/>
                </a:ext>
              </a:extLst>
            </p:cNvPr>
            <p:cNvSpPr/>
            <p:nvPr/>
          </p:nvSpPr>
          <p:spPr>
            <a:xfrm>
              <a:off x="506275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65" name="Heart 264">
              <a:extLst>
                <a:ext uri="{FF2B5EF4-FFF2-40B4-BE49-F238E27FC236}">
                  <a16:creationId xmlns:a16="http://schemas.microsoft.com/office/drawing/2014/main" id="{9256E614-F0E0-1757-16E1-402095611ACA}"/>
                </a:ext>
              </a:extLst>
            </p:cNvPr>
            <p:cNvSpPr/>
            <p:nvPr/>
          </p:nvSpPr>
          <p:spPr>
            <a:xfrm>
              <a:off x="650738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66" name="Heart 265">
              <a:extLst>
                <a:ext uri="{FF2B5EF4-FFF2-40B4-BE49-F238E27FC236}">
                  <a16:creationId xmlns:a16="http://schemas.microsoft.com/office/drawing/2014/main" id="{00F8B4C3-F3A8-8D17-5DD7-075104042BA0}"/>
                </a:ext>
              </a:extLst>
            </p:cNvPr>
            <p:cNvSpPr/>
            <p:nvPr/>
          </p:nvSpPr>
          <p:spPr>
            <a:xfrm>
              <a:off x="795200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67" name="Heart 266">
              <a:extLst>
                <a:ext uri="{FF2B5EF4-FFF2-40B4-BE49-F238E27FC236}">
                  <a16:creationId xmlns:a16="http://schemas.microsoft.com/office/drawing/2014/main" id="{2A0FD80C-27AF-8CF7-3577-D6C7D4A34E60}"/>
                </a:ext>
              </a:extLst>
            </p:cNvPr>
            <p:cNvSpPr/>
            <p:nvPr/>
          </p:nvSpPr>
          <p:spPr>
            <a:xfrm>
              <a:off x="506275" y="1659262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68" name="Heart 267">
              <a:extLst>
                <a:ext uri="{FF2B5EF4-FFF2-40B4-BE49-F238E27FC236}">
                  <a16:creationId xmlns:a16="http://schemas.microsoft.com/office/drawing/2014/main" id="{C97FA4D7-B82E-B863-BBEC-39CEBAFB1662}"/>
                </a:ext>
              </a:extLst>
            </p:cNvPr>
            <p:cNvSpPr/>
            <p:nvPr/>
          </p:nvSpPr>
          <p:spPr>
            <a:xfrm>
              <a:off x="650738" y="1659262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69" name="Heart 268">
              <a:extLst>
                <a:ext uri="{FF2B5EF4-FFF2-40B4-BE49-F238E27FC236}">
                  <a16:creationId xmlns:a16="http://schemas.microsoft.com/office/drawing/2014/main" id="{BA46EF7B-589B-F8AD-ED6B-19BD5B22DE43}"/>
                </a:ext>
              </a:extLst>
            </p:cNvPr>
            <p:cNvSpPr/>
            <p:nvPr/>
          </p:nvSpPr>
          <p:spPr>
            <a:xfrm>
              <a:off x="795200" y="16588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70" name="Heart 269">
              <a:extLst>
                <a:ext uri="{FF2B5EF4-FFF2-40B4-BE49-F238E27FC236}">
                  <a16:creationId xmlns:a16="http://schemas.microsoft.com/office/drawing/2014/main" id="{092AB84E-B08D-B6BD-31DC-CE7F0FE29E06}"/>
                </a:ext>
              </a:extLst>
            </p:cNvPr>
            <p:cNvSpPr/>
            <p:nvPr/>
          </p:nvSpPr>
          <p:spPr>
            <a:xfrm>
              <a:off x="939663" y="16588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71" name="Heart 270">
              <a:extLst>
                <a:ext uri="{FF2B5EF4-FFF2-40B4-BE49-F238E27FC236}">
                  <a16:creationId xmlns:a16="http://schemas.microsoft.com/office/drawing/2014/main" id="{6C5CC47F-1A26-752B-5669-F6F2A7F15F4F}"/>
                </a:ext>
              </a:extLst>
            </p:cNvPr>
            <p:cNvSpPr/>
            <p:nvPr/>
          </p:nvSpPr>
          <p:spPr>
            <a:xfrm>
              <a:off x="506275" y="2379987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72" name="Heart 271">
              <a:extLst>
                <a:ext uri="{FF2B5EF4-FFF2-40B4-BE49-F238E27FC236}">
                  <a16:creationId xmlns:a16="http://schemas.microsoft.com/office/drawing/2014/main" id="{2FF0DCAB-DACB-6720-749D-CB503F19A10C}"/>
                </a:ext>
              </a:extLst>
            </p:cNvPr>
            <p:cNvSpPr/>
            <p:nvPr/>
          </p:nvSpPr>
          <p:spPr>
            <a:xfrm>
              <a:off x="650738" y="2379987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73" name="Heart 272">
              <a:extLst>
                <a:ext uri="{FF2B5EF4-FFF2-40B4-BE49-F238E27FC236}">
                  <a16:creationId xmlns:a16="http://schemas.microsoft.com/office/drawing/2014/main" id="{9A50B536-1F12-4B9D-04B0-532ABD1759A9}"/>
                </a:ext>
              </a:extLst>
            </p:cNvPr>
            <p:cNvSpPr/>
            <p:nvPr/>
          </p:nvSpPr>
          <p:spPr>
            <a:xfrm>
              <a:off x="795200" y="2379525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74" name="Heart 273">
              <a:extLst>
                <a:ext uri="{FF2B5EF4-FFF2-40B4-BE49-F238E27FC236}">
                  <a16:creationId xmlns:a16="http://schemas.microsoft.com/office/drawing/2014/main" id="{F5F1B16D-FC24-1FA7-48D8-9E86616A1859}"/>
                </a:ext>
              </a:extLst>
            </p:cNvPr>
            <p:cNvSpPr/>
            <p:nvPr/>
          </p:nvSpPr>
          <p:spPr>
            <a:xfrm>
              <a:off x="939663" y="2379525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75" name="Heart 274">
              <a:extLst>
                <a:ext uri="{FF2B5EF4-FFF2-40B4-BE49-F238E27FC236}">
                  <a16:creationId xmlns:a16="http://schemas.microsoft.com/office/drawing/2014/main" id="{71F6785A-17A8-977D-9B5D-A015DB0E168E}"/>
                </a:ext>
              </a:extLst>
            </p:cNvPr>
            <p:cNvSpPr/>
            <p:nvPr/>
          </p:nvSpPr>
          <p:spPr>
            <a:xfrm>
              <a:off x="1082538" y="237952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BF304680-29BE-5343-18A4-5008616CB050}"/>
                </a:ext>
              </a:extLst>
            </p:cNvPr>
            <p:cNvSpPr txBox="1"/>
            <p:nvPr/>
          </p:nvSpPr>
          <p:spPr>
            <a:xfrm>
              <a:off x="502444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EFAAFA82-4B75-665F-6895-7DF662A5E462}"/>
                </a:ext>
              </a:extLst>
            </p:cNvPr>
            <p:cNvSpPr txBox="1"/>
            <p:nvPr/>
          </p:nvSpPr>
          <p:spPr>
            <a:xfrm>
              <a:off x="646907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3D109D9E-C437-0FA6-B43A-4EEF2CBA8497}"/>
                </a:ext>
              </a:extLst>
            </p:cNvPr>
            <p:cNvSpPr txBox="1"/>
            <p:nvPr/>
          </p:nvSpPr>
          <p:spPr>
            <a:xfrm>
              <a:off x="791369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66555378-1642-5455-A8CF-87A802E97B26}"/>
                </a:ext>
              </a:extLst>
            </p:cNvPr>
            <p:cNvSpPr txBox="1"/>
            <p:nvPr/>
          </p:nvSpPr>
          <p:spPr>
            <a:xfrm>
              <a:off x="502444" y="151130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Q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D24D4D91-6601-BCE2-50CC-EA67FEF6F324}"/>
                </a:ext>
              </a:extLst>
            </p:cNvPr>
            <p:cNvSpPr txBox="1"/>
            <p:nvPr/>
          </p:nvSpPr>
          <p:spPr>
            <a:xfrm>
              <a:off x="646907" y="15113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Q</a:t>
              </a: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4483323A-782F-37F6-D05A-BCB183378BEA}"/>
                </a:ext>
              </a:extLst>
            </p:cNvPr>
            <p:cNvSpPr txBox="1"/>
            <p:nvPr/>
          </p:nvSpPr>
          <p:spPr>
            <a:xfrm>
              <a:off x="791369" y="15113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A4BFD857-2113-CF1A-8C97-60164B7C75D4}"/>
                </a:ext>
              </a:extLst>
            </p:cNvPr>
            <p:cNvSpPr txBox="1"/>
            <p:nvPr/>
          </p:nvSpPr>
          <p:spPr>
            <a:xfrm>
              <a:off x="935832" y="15113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1EE1DAE7-E8AB-9919-F6C9-EB2E2BA616E4}"/>
                </a:ext>
              </a:extLst>
            </p:cNvPr>
            <p:cNvSpPr txBox="1"/>
            <p:nvPr/>
          </p:nvSpPr>
          <p:spPr>
            <a:xfrm>
              <a:off x="502444" y="18002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CBFA551F-13EB-DE36-08AA-D1DC83632A8E}"/>
                </a:ext>
              </a:extLst>
            </p:cNvPr>
            <p:cNvSpPr txBox="1"/>
            <p:nvPr/>
          </p:nvSpPr>
          <p:spPr>
            <a:xfrm>
              <a:off x="646907" y="18002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3579247C-89F8-E3BD-FF46-7EA2ECD21729}"/>
                </a:ext>
              </a:extLst>
            </p:cNvPr>
            <p:cNvSpPr txBox="1"/>
            <p:nvPr/>
          </p:nvSpPr>
          <p:spPr>
            <a:xfrm>
              <a:off x="791369" y="18002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F79722B0-1E13-5CFE-6066-435C6F71CB6D}"/>
                </a:ext>
              </a:extLst>
            </p:cNvPr>
            <p:cNvSpPr txBox="1"/>
            <p:nvPr/>
          </p:nvSpPr>
          <p:spPr>
            <a:xfrm>
              <a:off x="935832" y="18002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794545EE-48FD-28D0-57B8-E9270E23FBAD}"/>
                </a:ext>
              </a:extLst>
            </p:cNvPr>
            <p:cNvSpPr txBox="1"/>
            <p:nvPr/>
          </p:nvSpPr>
          <p:spPr>
            <a:xfrm>
              <a:off x="502444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B03050C1-4A3A-003C-5960-279B330D4D27}"/>
                </a:ext>
              </a:extLst>
            </p:cNvPr>
            <p:cNvSpPr txBox="1"/>
            <p:nvPr/>
          </p:nvSpPr>
          <p:spPr>
            <a:xfrm>
              <a:off x="646907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DF966D99-5FF2-4E72-A9A9-7ECEE1ED40F0}"/>
                </a:ext>
              </a:extLst>
            </p:cNvPr>
            <p:cNvSpPr txBox="1"/>
            <p:nvPr/>
          </p:nvSpPr>
          <p:spPr>
            <a:xfrm>
              <a:off x="791369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18446FE6-692B-9EB1-63DA-40D7B26588FA}"/>
                </a:ext>
              </a:extLst>
            </p:cNvPr>
            <p:cNvSpPr txBox="1"/>
            <p:nvPr/>
          </p:nvSpPr>
          <p:spPr>
            <a:xfrm>
              <a:off x="935832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4B98742B-B10F-E89F-0021-520BEC23D869}"/>
                </a:ext>
              </a:extLst>
            </p:cNvPr>
            <p:cNvSpPr txBox="1"/>
            <p:nvPr/>
          </p:nvSpPr>
          <p:spPr>
            <a:xfrm>
              <a:off x="1078707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B8DB2478-615F-3021-7125-29A592F1A281}"/>
                </a:ext>
              </a:extLst>
            </p:cNvPr>
            <p:cNvSpPr txBox="1"/>
            <p:nvPr/>
          </p:nvSpPr>
          <p:spPr>
            <a:xfrm>
              <a:off x="502444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2BCA94ED-593D-7E15-1CD0-BCD6A37CF4BC}"/>
                </a:ext>
              </a:extLst>
            </p:cNvPr>
            <p:cNvSpPr txBox="1"/>
            <p:nvPr/>
          </p:nvSpPr>
          <p:spPr>
            <a:xfrm>
              <a:off x="646906" y="19431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B8CD10BA-D686-E9D1-BD3D-393B53371960}"/>
                </a:ext>
              </a:extLst>
            </p:cNvPr>
            <p:cNvSpPr txBox="1"/>
            <p:nvPr/>
          </p:nvSpPr>
          <p:spPr>
            <a:xfrm>
              <a:off x="791369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1F9862FB-AF26-CBE4-90F6-9949DC2E73C9}"/>
                </a:ext>
              </a:extLst>
            </p:cNvPr>
            <p:cNvSpPr txBox="1"/>
            <p:nvPr/>
          </p:nvSpPr>
          <p:spPr>
            <a:xfrm>
              <a:off x="645319" y="2519363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DD232F2D-5F91-DC1C-275D-508A74A59916}"/>
                </a:ext>
              </a:extLst>
            </p:cNvPr>
            <p:cNvSpPr txBox="1"/>
            <p:nvPr/>
          </p:nvSpPr>
          <p:spPr>
            <a:xfrm>
              <a:off x="789782" y="251936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97454944-93E1-3027-EC7C-05F9C9241BB5}"/>
                </a:ext>
              </a:extLst>
            </p:cNvPr>
            <p:cNvSpPr txBox="1"/>
            <p:nvPr/>
          </p:nvSpPr>
          <p:spPr>
            <a:xfrm>
              <a:off x="934244" y="251936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B1824C4C-1CBC-1646-9157-781941A0BA30}"/>
                </a:ext>
              </a:extLst>
            </p:cNvPr>
            <p:cNvSpPr txBox="1"/>
            <p:nvPr/>
          </p:nvSpPr>
          <p:spPr>
            <a:xfrm>
              <a:off x="1078707" y="251936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5933202A-0990-E378-8DEB-526A95FEA770}"/>
                </a:ext>
              </a:extLst>
            </p:cNvPr>
            <p:cNvSpPr txBox="1"/>
            <p:nvPr/>
          </p:nvSpPr>
          <p:spPr>
            <a:xfrm>
              <a:off x="502444" y="2519363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49F16D6E-9936-4F5A-08A6-61E0DE765612}"/>
                </a:ext>
              </a:extLst>
            </p:cNvPr>
            <p:cNvSpPr txBox="1"/>
            <p:nvPr/>
          </p:nvSpPr>
          <p:spPr>
            <a:xfrm>
              <a:off x="791369" y="28067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5F575F2F-2058-36FF-4F2E-0311806BA985}"/>
                </a:ext>
              </a:extLst>
            </p:cNvPr>
            <p:cNvSpPr txBox="1"/>
            <p:nvPr/>
          </p:nvSpPr>
          <p:spPr>
            <a:xfrm>
              <a:off x="935832" y="28067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6B1F9DE4-4719-4892-68C5-B962BCDA77F9}"/>
                </a:ext>
              </a:extLst>
            </p:cNvPr>
            <p:cNvSpPr txBox="1"/>
            <p:nvPr/>
          </p:nvSpPr>
          <p:spPr>
            <a:xfrm>
              <a:off x="502444" y="107950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4975F3AE-B122-9CF0-E2D3-D1D2C29B46E5}"/>
                </a:ext>
              </a:extLst>
            </p:cNvPr>
            <p:cNvSpPr txBox="1"/>
            <p:nvPr/>
          </p:nvSpPr>
          <p:spPr>
            <a:xfrm>
              <a:off x="646907" y="10795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304" name="Heart 303">
              <a:extLst>
                <a:ext uri="{FF2B5EF4-FFF2-40B4-BE49-F238E27FC236}">
                  <a16:creationId xmlns:a16="http://schemas.microsoft.com/office/drawing/2014/main" id="{1F96E5B1-A840-C19B-B316-2BB43A9DD541}"/>
                </a:ext>
              </a:extLst>
            </p:cNvPr>
            <p:cNvSpPr/>
            <p:nvPr/>
          </p:nvSpPr>
          <p:spPr>
            <a:xfrm>
              <a:off x="506275" y="295625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05" name="Heart 304">
              <a:extLst>
                <a:ext uri="{FF2B5EF4-FFF2-40B4-BE49-F238E27FC236}">
                  <a16:creationId xmlns:a16="http://schemas.microsoft.com/office/drawing/2014/main" id="{763698FF-128B-B855-B09A-B180E00D3D76}"/>
                </a:ext>
              </a:extLst>
            </p:cNvPr>
            <p:cNvSpPr/>
            <p:nvPr/>
          </p:nvSpPr>
          <p:spPr>
            <a:xfrm>
              <a:off x="650738" y="295625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06" name="Heart 305">
              <a:extLst>
                <a:ext uri="{FF2B5EF4-FFF2-40B4-BE49-F238E27FC236}">
                  <a16:creationId xmlns:a16="http://schemas.microsoft.com/office/drawing/2014/main" id="{2F7FD2C5-717E-9764-3B02-72CF797F13A5}"/>
                </a:ext>
              </a:extLst>
            </p:cNvPr>
            <p:cNvSpPr/>
            <p:nvPr/>
          </p:nvSpPr>
          <p:spPr>
            <a:xfrm>
              <a:off x="795200" y="2955789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07" name="Heart 306">
              <a:extLst>
                <a:ext uri="{FF2B5EF4-FFF2-40B4-BE49-F238E27FC236}">
                  <a16:creationId xmlns:a16="http://schemas.microsoft.com/office/drawing/2014/main" id="{10C61B11-3AB6-E9D8-334B-8004BFDB0E12}"/>
                </a:ext>
              </a:extLst>
            </p:cNvPr>
            <p:cNvSpPr/>
            <p:nvPr/>
          </p:nvSpPr>
          <p:spPr>
            <a:xfrm>
              <a:off x="939663" y="2955789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08" name="Heart 307">
              <a:extLst>
                <a:ext uri="{FF2B5EF4-FFF2-40B4-BE49-F238E27FC236}">
                  <a16:creationId xmlns:a16="http://schemas.microsoft.com/office/drawing/2014/main" id="{DD5C2FCB-A17F-3859-07F5-0ED98167A0E4}"/>
                </a:ext>
              </a:extLst>
            </p:cNvPr>
            <p:cNvSpPr/>
            <p:nvPr/>
          </p:nvSpPr>
          <p:spPr>
            <a:xfrm>
              <a:off x="1082538" y="2955788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09" name="Heart 308">
              <a:extLst>
                <a:ext uri="{FF2B5EF4-FFF2-40B4-BE49-F238E27FC236}">
                  <a16:creationId xmlns:a16="http://schemas.microsoft.com/office/drawing/2014/main" id="{B0048609-2DA4-B298-1AEC-F686C82454B2}"/>
                </a:ext>
              </a:extLst>
            </p:cNvPr>
            <p:cNvSpPr/>
            <p:nvPr/>
          </p:nvSpPr>
          <p:spPr>
            <a:xfrm>
              <a:off x="506275" y="2667326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0" name="Heart 309">
              <a:extLst>
                <a:ext uri="{FF2B5EF4-FFF2-40B4-BE49-F238E27FC236}">
                  <a16:creationId xmlns:a16="http://schemas.microsoft.com/office/drawing/2014/main" id="{86A60CDD-DDF4-B659-6E0D-81DC3F839564}"/>
                </a:ext>
              </a:extLst>
            </p:cNvPr>
            <p:cNvSpPr/>
            <p:nvPr/>
          </p:nvSpPr>
          <p:spPr>
            <a:xfrm>
              <a:off x="650738" y="2667326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1" name="Heart 310">
              <a:extLst>
                <a:ext uri="{FF2B5EF4-FFF2-40B4-BE49-F238E27FC236}">
                  <a16:creationId xmlns:a16="http://schemas.microsoft.com/office/drawing/2014/main" id="{A05C99BA-731D-79BF-DD7F-874388469715}"/>
                </a:ext>
              </a:extLst>
            </p:cNvPr>
            <p:cNvSpPr/>
            <p:nvPr/>
          </p:nvSpPr>
          <p:spPr>
            <a:xfrm>
              <a:off x="795200" y="266686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2" name="Heart 311">
              <a:extLst>
                <a:ext uri="{FF2B5EF4-FFF2-40B4-BE49-F238E27FC236}">
                  <a16:creationId xmlns:a16="http://schemas.microsoft.com/office/drawing/2014/main" id="{D658C641-DD59-4358-E6BC-77FBC0B0AEDC}"/>
                </a:ext>
              </a:extLst>
            </p:cNvPr>
            <p:cNvSpPr/>
            <p:nvPr/>
          </p:nvSpPr>
          <p:spPr>
            <a:xfrm>
              <a:off x="939663" y="266686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3" name="Heart 312">
              <a:extLst>
                <a:ext uri="{FF2B5EF4-FFF2-40B4-BE49-F238E27FC236}">
                  <a16:creationId xmlns:a16="http://schemas.microsoft.com/office/drawing/2014/main" id="{F1176171-760F-BCEC-2131-37C8A72C1AB6}"/>
                </a:ext>
              </a:extLst>
            </p:cNvPr>
            <p:cNvSpPr/>
            <p:nvPr/>
          </p:nvSpPr>
          <p:spPr>
            <a:xfrm>
              <a:off x="506275" y="20910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4" name="Heart 313">
              <a:extLst>
                <a:ext uri="{FF2B5EF4-FFF2-40B4-BE49-F238E27FC236}">
                  <a16:creationId xmlns:a16="http://schemas.microsoft.com/office/drawing/2014/main" id="{350E0AED-E26D-61CE-4F3D-78261EA9B1C7}"/>
                </a:ext>
              </a:extLst>
            </p:cNvPr>
            <p:cNvSpPr/>
            <p:nvPr/>
          </p:nvSpPr>
          <p:spPr>
            <a:xfrm>
              <a:off x="650738" y="20910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5" name="Heart 314">
              <a:extLst>
                <a:ext uri="{FF2B5EF4-FFF2-40B4-BE49-F238E27FC236}">
                  <a16:creationId xmlns:a16="http://schemas.microsoft.com/office/drawing/2014/main" id="{03132EA4-4FB3-1D11-3057-0847431EE546}"/>
                </a:ext>
              </a:extLst>
            </p:cNvPr>
            <p:cNvSpPr/>
            <p:nvPr/>
          </p:nvSpPr>
          <p:spPr>
            <a:xfrm>
              <a:off x="795200" y="209060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D286DFD2-833C-8D80-E0B7-6CA3C30FD3A6}"/>
                </a:ext>
              </a:extLst>
            </p:cNvPr>
            <p:cNvSpPr txBox="1"/>
            <p:nvPr/>
          </p:nvSpPr>
          <p:spPr>
            <a:xfrm>
              <a:off x="502444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EE499B18-47CA-E53F-E08D-00B42CDF2435}"/>
                </a:ext>
              </a:extLst>
            </p:cNvPr>
            <p:cNvSpPr txBox="1"/>
            <p:nvPr/>
          </p:nvSpPr>
          <p:spPr>
            <a:xfrm>
              <a:off x="646907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C57FFCF3-DEB3-3053-57AE-C01544D00475}"/>
                </a:ext>
              </a:extLst>
            </p:cNvPr>
            <p:cNvSpPr txBox="1"/>
            <p:nvPr/>
          </p:nvSpPr>
          <p:spPr>
            <a:xfrm>
              <a:off x="791369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3AC1C5F9-6AFA-DAD3-E1CB-09E9E4F79FD2}"/>
                </a:ext>
              </a:extLst>
            </p:cNvPr>
            <p:cNvSpPr txBox="1"/>
            <p:nvPr/>
          </p:nvSpPr>
          <p:spPr>
            <a:xfrm>
              <a:off x="935832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DE26F6C7-29DC-43A8-6BCC-A3901AFEA25B}"/>
                </a:ext>
              </a:extLst>
            </p:cNvPr>
            <p:cNvSpPr txBox="1"/>
            <p:nvPr/>
          </p:nvSpPr>
          <p:spPr>
            <a:xfrm>
              <a:off x="1078707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998BE40F-0B2A-DBE0-4221-4FB5A5A3ECA4}"/>
                </a:ext>
              </a:extLst>
            </p:cNvPr>
            <p:cNvSpPr txBox="1"/>
            <p:nvPr/>
          </p:nvSpPr>
          <p:spPr>
            <a:xfrm>
              <a:off x="502444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1EB2406B-987C-5608-770D-D726AE4677B2}"/>
                </a:ext>
              </a:extLst>
            </p:cNvPr>
            <p:cNvSpPr txBox="1"/>
            <p:nvPr/>
          </p:nvSpPr>
          <p:spPr>
            <a:xfrm>
              <a:off x="646907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0C8B7A16-2FE1-3490-6A10-7E99C692990C}"/>
                </a:ext>
              </a:extLst>
            </p:cNvPr>
            <p:cNvSpPr txBox="1"/>
            <p:nvPr/>
          </p:nvSpPr>
          <p:spPr>
            <a:xfrm>
              <a:off x="791369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C18F103F-DC28-BDFF-865C-92D6F45B3452}"/>
                </a:ext>
              </a:extLst>
            </p:cNvPr>
            <p:cNvSpPr txBox="1"/>
            <p:nvPr/>
          </p:nvSpPr>
          <p:spPr>
            <a:xfrm>
              <a:off x="935832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46B42574-F9F7-1FFE-FA9E-801849E54C76}"/>
                </a:ext>
              </a:extLst>
            </p:cNvPr>
            <p:cNvSpPr txBox="1"/>
            <p:nvPr/>
          </p:nvSpPr>
          <p:spPr>
            <a:xfrm>
              <a:off x="502444" y="2086769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0DDAFD2D-2D4B-583F-F388-B93C710B995C}"/>
                </a:ext>
              </a:extLst>
            </p:cNvPr>
            <p:cNvSpPr txBox="1"/>
            <p:nvPr/>
          </p:nvSpPr>
          <p:spPr>
            <a:xfrm>
              <a:off x="646907" y="2086769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4D29064E-5B1C-FADF-8284-3CC074E5F35C}"/>
                </a:ext>
              </a:extLst>
            </p:cNvPr>
            <p:cNvSpPr txBox="1"/>
            <p:nvPr/>
          </p:nvSpPr>
          <p:spPr>
            <a:xfrm>
              <a:off x="791369" y="2086769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BEF89FCE-7BC5-B8D5-78CB-71EAB43E1144}"/>
                </a:ext>
              </a:extLst>
            </p:cNvPr>
            <p:cNvSpPr txBox="1"/>
            <p:nvPr/>
          </p:nvSpPr>
          <p:spPr>
            <a:xfrm>
              <a:off x="431801" y="611088"/>
              <a:ext cx="863600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Example</a:t>
              </a:r>
            </a:p>
          </p:txBody>
        </p:sp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F1F5E04B-0EA4-CFD0-EF4F-EE723E703C23}"/>
              </a:ext>
            </a:extLst>
          </p:cNvPr>
          <p:cNvGrpSpPr/>
          <p:nvPr/>
        </p:nvGrpSpPr>
        <p:grpSpPr>
          <a:xfrm rot="16200000">
            <a:off x="7434262" y="2483644"/>
            <a:ext cx="2879726" cy="2592388"/>
            <a:chOff x="179388" y="574675"/>
            <a:chExt cx="2879726" cy="2592388"/>
          </a:xfrm>
        </p:grpSpPr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0621CA76-74F0-671E-483B-94712352629A}"/>
                </a:ext>
              </a:extLst>
            </p:cNvPr>
            <p:cNvSpPr/>
            <p:nvPr/>
          </p:nvSpPr>
          <p:spPr>
            <a:xfrm>
              <a:off x="179388" y="574675"/>
              <a:ext cx="2879726" cy="2592388"/>
            </a:xfrm>
            <a:prstGeom prst="rect">
              <a:avLst/>
            </a:prstGeom>
            <a:noFill/>
            <a:ln w="72000">
              <a:solidFill>
                <a:schemeClr val="bg1">
                  <a:alpha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cap="all"/>
            </a:p>
          </p:txBody>
        </p: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465A851A-8C02-9B4A-5E9C-24AE989D0C1C}"/>
                </a:ext>
              </a:extLst>
            </p:cNvPr>
            <p:cNvCxnSpPr>
              <a:cxnSpLocks/>
            </p:cNvCxnSpPr>
            <p:nvPr/>
          </p:nvCxnSpPr>
          <p:spPr>
            <a:xfrm>
              <a:off x="215325" y="863600"/>
              <a:ext cx="2808863" cy="0"/>
            </a:xfrm>
            <a:prstGeom prst="line">
              <a:avLst/>
            </a:prstGeom>
            <a:ln w="72000">
              <a:solidFill>
                <a:schemeClr val="bg1">
                  <a:alpha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A33394EB-F1FC-A5C9-066E-80C76BF5282B}"/>
                </a:ext>
              </a:extLst>
            </p:cNvPr>
            <p:cNvSpPr txBox="1"/>
            <p:nvPr/>
          </p:nvSpPr>
          <p:spPr>
            <a:xfrm>
              <a:off x="215900" y="611188"/>
              <a:ext cx="216000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#</a:t>
              </a:r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F450311C-2C08-6B1E-08AE-0CB00F177B81}"/>
                </a:ext>
              </a:extLst>
            </p:cNvPr>
            <p:cNvSpPr txBox="1"/>
            <p:nvPr/>
          </p:nvSpPr>
          <p:spPr>
            <a:xfrm>
              <a:off x="215800" y="93503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</a:t>
              </a:r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27EE5613-1830-ED97-3DB3-3A7537CB9253}"/>
                </a:ext>
              </a:extLst>
            </p:cNvPr>
            <p:cNvSpPr txBox="1"/>
            <p:nvPr/>
          </p:nvSpPr>
          <p:spPr>
            <a:xfrm>
              <a:off x="215900" y="1079500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17A4C5F6-7F42-585A-88C1-8B0043ED4034}"/>
                </a:ext>
              </a:extLst>
            </p:cNvPr>
            <p:cNvSpPr txBox="1"/>
            <p:nvPr/>
          </p:nvSpPr>
          <p:spPr>
            <a:xfrm>
              <a:off x="215900" y="122555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</a:t>
              </a:r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4F783A05-9CAB-02EA-3AD1-102EA372CFBA}"/>
                </a:ext>
              </a:extLst>
            </p:cNvPr>
            <p:cNvSpPr txBox="1"/>
            <p:nvPr/>
          </p:nvSpPr>
          <p:spPr>
            <a:xfrm>
              <a:off x="215900" y="136683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</a:t>
              </a:r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D11CD780-E1C5-F859-74B6-B171BB61FE56}"/>
                </a:ext>
              </a:extLst>
            </p:cNvPr>
            <p:cNvSpPr txBox="1"/>
            <p:nvPr/>
          </p:nvSpPr>
          <p:spPr>
            <a:xfrm>
              <a:off x="215800" y="1511300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DB5B8B09-BC7A-6046-1F3C-E6F7A9DA22EB}"/>
                </a:ext>
              </a:extLst>
            </p:cNvPr>
            <p:cNvSpPr txBox="1"/>
            <p:nvPr/>
          </p:nvSpPr>
          <p:spPr>
            <a:xfrm>
              <a:off x="215900" y="16557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55FE89DF-DD6A-9B8B-7F87-7BA1EC3802DE}"/>
                </a:ext>
              </a:extLst>
            </p:cNvPr>
            <p:cNvSpPr txBox="1"/>
            <p:nvPr/>
          </p:nvSpPr>
          <p:spPr>
            <a:xfrm>
              <a:off x="215900" y="1800225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8090F5AD-A254-D559-1B81-715932599E3A}"/>
                </a:ext>
              </a:extLst>
            </p:cNvPr>
            <p:cNvSpPr txBox="1"/>
            <p:nvPr/>
          </p:nvSpPr>
          <p:spPr>
            <a:xfrm>
              <a:off x="215900" y="194310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22ED9862-3AF6-7E15-5F25-A25505203F7D}"/>
                </a:ext>
              </a:extLst>
            </p:cNvPr>
            <p:cNvSpPr txBox="1"/>
            <p:nvPr/>
          </p:nvSpPr>
          <p:spPr>
            <a:xfrm>
              <a:off x="215900" y="20875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D479BB25-DDB3-09A3-AAEA-EA0843BD9F2B}"/>
                </a:ext>
              </a:extLst>
            </p:cNvPr>
            <p:cNvSpPr txBox="1"/>
            <p:nvPr/>
          </p:nvSpPr>
          <p:spPr>
            <a:xfrm>
              <a:off x="215800" y="2232025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10</a:t>
              </a: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657CE8F6-12E8-F5A7-EA0A-5C0FD6663532}"/>
                </a:ext>
              </a:extLst>
            </p:cNvPr>
            <p:cNvSpPr txBox="1"/>
            <p:nvPr/>
          </p:nvSpPr>
          <p:spPr>
            <a:xfrm>
              <a:off x="215900" y="237490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11</a:t>
              </a: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ABD34B31-F77B-CAAD-2991-9C17144F7B8D}"/>
                </a:ext>
              </a:extLst>
            </p:cNvPr>
            <p:cNvSpPr txBox="1"/>
            <p:nvPr/>
          </p:nvSpPr>
          <p:spPr>
            <a:xfrm>
              <a:off x="215800" y="252095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12</a:t>
              </a: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CA28B251-A120-CFFD-E7B6-D46CD5C9029C}"/>
                </a:ext>
              </a:extLst>
            </p:cNvPr>
            <p:cNvSpPr txBox="1"/>
            <p:nvPr/>
          </p:nvSpPr>
          <p:spPr>
            <a:xfrm>
              <a:off x="215800" y="2663826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13</a:t>
              </a: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CDF3B08A-4BB0-83B0-5AAD-81BF7A6CFB0E}"/>
                </a:ext>
              </a:extLst>
            </p:cNvPr>
            <p:cNvSpPr txBox="1"/>
            <p:nvPr/>
          </p:nvSpPr>
          <p:spPr>
            <a:xfrm>
              <a:off x="215800" y="280828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14</a:t>
              </a:r>
            </a:p>
          </p:txBody>
        </p: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id="{1A441457-87C5-30E8-010A-1BA421B66537}"/>
                </a:ext>
              </a:extLst>
            </p:cNvPr>
            <p:cNvSpPr txBox="1"/>
            <p:nvPr/>
          </p:nvSpPr>
          <p:spPr>
            <a:xfrm>
              <a:off x="215900" y="29511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15</a:t>
              </a:r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C02CB8C1-AFDE-7FF7-53C5-918F99156F2C}"/>
                </a:ext>
              </a:extLst>
            </p:cNvPr>
            <p:cNvSpPr txBox="1"/>
            <p:nvPr/>
          </p:nvSpPr>
          <p:spPr>
            <a:xfrm>
              <a:off x="1295399" y="611088"/>
              <a:ext cx="1728789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Hand</a:t>
              </a: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BC1A3010-F3B5-102E-0B04-4D0CECE36B86}"/>
                </a:ext>
              </a:extLst>
            </p:cNvPr>
            <p:cNvSpPr txBox="1"/>
            <p:nvPr/>
          </p:nvSpPr>
          <p:spPr>
            <a:xfrm>
              <a:off x="1295400" y="9350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Single</a:t>
              </a: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9C1CB829-ED5E-FDF7-6120-57CC41F665F3}"/>
                </a:ext>
              </a:extLst>
            </p:cNvPr>
            <p:cNvSpPr txBox="1"/>
            <p:nvPr/>
          </p:nvSpPr>
          <p:spPr>
            <a:xfrm>
              <a:off x="1295401" y="10795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Pair</a:t>
              </a:r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2836AEEB-7772-E9D1-C9A4-D3112E15867F}"/>
                </a:ext>
              </a:extLst>
            </p:cNvPr>
            <p:cNvSpPr txBox="1"/>
            <p:nvPr/>
          </p:nvSpPr>
          <p:spPr>
            <a:xfrm>
              <a:off x="1295401" y="1222376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Flush</a:t>
              </a:r>
            </a:p>
          </p:txBody>
        </p:sp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id="{2EB00DB6-8E60-AE8B-559E-B21CEB472184}"/>
                </a:ext>
              </a:extLst>
            </p:cNvPr>
            <p:cNvSpPr txBox="1"/>
            <p:nvPr/>
          </p:nvSpPr>
          <p:spPr>
            <a:xfrm>
              <a:off x="1295401" y="13668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Straight</a:t>
              </a: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877885BD-16E3-0570-43F8-FBF3EFE72CD9}"/>
                </a:ext>
              </a:extLst>
            </p:cNvPr>
            <p:cNvSpPr txBox="1"/>
            <p:nvPr/>
          </p:nvSpPr>
          <p:spPr>
            <a:xfrm>
              <a:off x="1295401" y="15113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Two Pair</a:t>
              </a:r>
            </a:p>
          </p:txBody>
        </p: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40D7AB63-7FA6-F390-A748-4955E153E53E}"/>
                </a:ext>
              </a:extLst>
            </p:cNvPr>
            <p:cNvSpPr txBox="1"/>
            <p:nvPr/>
          </p:nvSpPr>
          <p:spPr>
            <a:xfrm>
              <a:off x="1295401" y="16557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Flush</a:t>
              </a:r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F2033E74-7D4F-4562-65B0-A2EE55F89963}"/>
                </a:ext>
              </a:extLst>
            </p:cNvPr>
            <p:cNvSpPr txBox="1"/>
            <p:nvPr/>
          </p:nvSpPr>
          <p:spPr>
            <a:xfrm>
              <a:off x="1295401" y="17986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Straight</a:t>
              </a:r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C81CBCA9-8621-8CAC-BC3D-D76EC294393B}"/>
                </a:ext>
              </a:extLst>
            </p:cNvPr>
            <p:cNvSpPr txBox="1"/>
            <p:nvPr/>
          </p:nvSpPr>
          <p:spPr>
            <a:xfrm>
              <a:off x="1295401" y="19431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of a Kind</a:t>
              </a: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11C7AE16-9C11-871D-3B96-1CD8C25C0C90}"/>
                </a:ext>
              </a:extLst>
            </p:cNvPr>
            <p:cNvSpPr txBox="1"/>
            <p:nvPr/>
          </p:nvSpPr>
          <p:spPr>
            <a:xfrm>
              <a:off x="1295401" y="20875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Straight Flush</a:t>
              </a: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51A1FA46-C5B3-201A-AB98-696DE254947B}"/>
                </a:ext>
              </a:extLst>
            </p:cNvPr>
            <p:cNvSpPr txBox="1"/>
            <p:nvPr/>
          </p:nvSpPr>
          <p:spPr>
            <a:xfrm>
              <a:off x="1295401" y="2232025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Straight</a:t>
              </a: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2C2013AF-3F5E-C75F-67B9-B0D69C44EB27}"/>
                </a:ext>
              </a:extLst>
            </p:cNvPr>
            <p:cNvSpPr txBox="1"/>
            <p:nvPr/>
          </p:nvSpPr>
          <p:spPr>
            <a:xfrm>
              <a:off x="1295401" y="23749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Flush</a:t>
              </a:r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C6E55574-3DC9-25C7-5B11-FCF83E4888D5}"/>
                </a:ext>
              </a:extLst>
            </p:cNvPr>
            <p:cNvSpPr txBox="1"/>
            <p:nvPr/>
          </p:nvSpPr>
          <p:spPr>
            <a:xfrm>
              <a:off x="1295401" y="25193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Full House</a:t>
              </a: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A2EECB63-D04E-6357-EAD0-F228A32F396C}"/>
                </a:ext>
              </a:extLst>
            </p:cNvPr>
            <p:cNvSpPr txBox="1"/>
            <p:nvPr/>
          </p:nvSpPr>
          <p:spPr>
            <a:xfrm>
              <a:off x="1295401" y="2663826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Straight Flush</a:t>
              </a: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AC258C37-3B7A-F2E4-1815-21688367E7BF}"/>
                </a:ext>
              </a:extLst>
            </p:cNvPr>
            <p:cNvSpPr txBox="1"/>
            <p:nvPr/>
          </p:nvSpPr>
          <p:spPr>
            <a:xfrm>
              <a:off x="1295401" y="28067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of a Kind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18356E11-979C-AF96-ECCB-67BF1098CBA5}"/>
                </a:ext>
              </a:extLst>
            </p:cNvPr>
            <p:cNvSpPr txBox="1"/>
            <p:nvPr/>
          </p:nvSpPr>
          <p:spPr>
            <a:xfrm>
              <a:off x="1295401" y="29511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Straight Flush</a:t>
              </a:r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4871E005-98D1-CF8E-9CA6-FBB5912FA8DD}"/>
                </a:ext>
              </a:extLst>
            </p:cNvPr>
            <p:cNvSpPr txBox="1"/>
            <p:nvPr/>
          </p:nvSpPr>
          <p:spPr>
            <a:xfrm>
              <a:off x="503238" y="9350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J</a:t>
              </a:r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C2A7E861-497A-5D16-5680-0CDC49BCED48}"/>
                </a:ext>
              </a:extLst>
            </p:cNvPr>
            <p:cNvSpPr txBox="1"/>
            <p:nvPr/>
          </p:nvSpPr>
          <p:spPr>
            <a:xfrm>
              <a:off x="502444" y="28067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7C290B63-DFFD-7285-AF4E-27A79BA30724}"/>
                </a:ext>
              </a:extLst>
            </p:cNvPr>
            <p:cNvSpPr txBox="1"/>
            <p:nvPr/>
          </p:nvSpPr>
          <p:spPr>
            <a:xfrm>
              <a:off x="646907" y="28067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367" name="Heart 366">
              <a:extLst>
                <a:ext uri="{FF2B5EF4-FFF2-40B4-BE49-F238E27FC236}">
                  <a16:creationId xmlns:a16="http://schemas.microsoft.com/office/drawing/2014/main" id="{F65CBF7B-5484-C96B-EB0A-94398488B537}"/>
                </a:ext>
              </a:extLst>
            </p:cNvPr>
            <p:cNvSpPr/>
            <p:nvPr/>
          </p:nvSpPr>
          <p:spPr>
            <a:xfrm>
              <a:off x="506275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68" name="Heart 367">
              <a:extLst>
                <a:ext uri="{FF2B5EF4-FFF2-40B4-BE49-F238E27FC236}">
                  <a16:creationId xmlns:a16="http://schemas.microsoft.com/office/drawing/2014/main" id="{0F4CEDBF-3F3E-7618-392D-BD12B98AABE4}"/>
                </a:ext>
              </a:extLst>
            </p:cNvPr>
            <p:cNvSpPr/>
            <p:nvPr/>
          </p:nvSpPr>
          <p:spPr>
            <a:xfrm>
              <a:off x="650738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69" name="Heart 368">
              <a:extLst>
                <a:ext uri="{FF2B5EF4-FFF2-40B4-BE49-F238E27FC236}">
                  <a16:creationId xmlns:a16="http://schemas.microsoft.com/office/drawing/2014/main" id="{29C5DB70-012F-A1F7-95C6-6B12F3B69F7D}"/>
                </a:ext>
              </a:extLst>
            </p:cNvPr>
            <p:cNvSpPr/>
            <p:nvPr/>
          </p:nvSpPr>
          <p:spPr>
            <a:xfrm>
              <a:off x="795200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70" name="Heart 369">
              <a:extLst>
                <a:ext uri="{FF2B5EF4-FFF2-40B4-BE49-F238E27FC236}">
                  <a16:creationId xmlns:a16="http://schemas.microsoft.com/office/drawing/2014/main" id="{02282E18-4562-B3F1-832E-2345F4F05030}"/>
                </a:ext>
              </a:extLst>
            </p:cNvPr>
            <p:cNvSpPr/>
            <p:nvPr/>
          </p:nvSpPr>
          <p:spPr>
            <a:xfrm>
              <a:off x="506275" y="1659262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71" name="Heart 370">
              <a:extLst>
                <a:ext uri="{FF2B5EF4-FFF2-40B4-BE49-F238E27FC236}">
                  <a16:creationId xmlns:a16="http://schemas.microsoft.com/office/drawing/2014/main" id="{CFBD8C29-F3B3-C725-2DBA-A20AE1C4172D}"/>
                </a:ext>
              </a:extLst>
            </p:cNvPr>
            <p:cNvSpPr/>
            <p:nvPr/>
          </p:nvSpPr>
          <p:spPr>
            <a:xfrm>
              <a:off x="650738" y="1659262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72" name="Heart 371">
              <a:extLst>
                <a:ext uri="{FF2B5EF4-FFF2-40B4-BE49-F238E27FC236}">
                  <a16:creationId xmlns:a16="http://schemas.microsoft.com/office/drawing/2014/main" id="{D482B0DC-D1D1-DE82-68FF-2240017F6E24}"/>
                </a:ext>
              </a:extLst>
            </p:cNvPr>
            <p:cNvSpPr/>
            <p:nvPr/>
          </p:nvSpPr>
          <p:spPr>
            <a:xfrm>
              <a:off x="795200" y="16588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73" name="Heart 372">
              <a:extLst>
                <a:ext uri="{FF2B5EF4-FFF2-40B4-BE49-F238E27FC236}">
                  <a16:creationId xmlns:a16="http://schemas.microsoft.com/office/drawing/2014/main" id="{11F7D926-BAA0-3D05-DB61-D1961FBB02BB}"/>
                </a:ext>
              </a:extLst>
            </p:cNvPr>
            <p:cNvSpPr/>
            <p:nvPr/>
          </p:nvSpPr>
          <p:spPr>
            <a:xfrm>
              <a:off x="939663" y="16588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74" name="Heart 373">
              <a:extLst>
                <a:ext uri="{FF2B5EF4-FFF2-40B4-BE49-F238E27FC236}">
                  <a16:creationId xmlns:a16="http://schemas.microsoft.com/office/drawing/2014/main" id="{631F645A-1F1D-8BAF-A90C-3245ACAF13F1}"/>
                </a:ext>
              </a:extLst>
            </p:cNvPr>
            <p:cNvSpPr/>
            <p:nvPr/>
          </p:nvSpPr>
          <p:spPr>
            <a:xfrm>
              <a:off x="506275" y="2379987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75" name="Heart 374">
              <a:extLst>
                <a:ext uri="{FF2B5EF4-FFF2-40B4-BE49-F238E27FC236}">
                  <a16:creationId xmlns:a16="http://schemas.microsoft.com/office/drawing/2014/main" id="{3BA8E254-C8E0-D0D9-4445-5173975976AA}"/>
                </a:ext>
              </a:extLst>
            </p:cNvPr>
            <p:cNvSpPr/>
            <p:nvPr/>
          </p:nvSpPr>
          <p:spPr>
            <a:xfrm>
              <a:off x="650738" y="2379987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76" name="Heart 375">
              <a:extLst>
                <a:ext uri="{FF2B5EF4-FFF2-40B4-BE49-F238E27FC236}">
                  <a16:creationId xmlns:a16="http://schemas.microsoft.com/office/drawing/2014/main" id="{B4FF47A3-140E-0F4F-3527-8A4C4E194149}"/>
                </a:ext>
              </a:extLst>
            </p:cNvPr>
            <p:cNvSpPr/>
            <p:nvPr/>
          </p:nvSpPr>
          <p:spPr>
            <a:xfrm>
              <a:off x="795200" y="2379525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77" name="Heart 376">
              <a:extLst>
                <a:ext uri="{FF2B5EF4-FFF2-40B4-BE49-F238E27FC236}">
                  <a16:creationId xmlns:a16="http://schemas.microsoft.com/office/drawing/2014/main" id="{F0DDC705-8D4C-C9D2-D406-2BEBBAD724AC}"/>
                </a:ext>
              </a:extLst>
            </p:cNvPr>
            <p:cNvSpPr/>
            <p:nvPr/>
          </p:nvSpPr>
          <p:spPr>
            <a:xfrm>
              <a:off x="939663" y="2379525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78" name="Heart 377">
              <a:extLst>
                <a:ext uri="{FF2B5EF4-FFF2-40B4-BE49-F238E27FC236}">
                  <a16:creationId xmlns:a16="http://schemas.microsoft.com/office/drawing/2014/main" id="{8C104D2A-2666-3769-B652-28A4455C17BC}"/>
                </a:ext>
              </a:extLst>
            </p:cNvPr>
            <p:cNvSpPr/>
            <p:nvPr/>
          </p:nvSpPr>
          <p:spPr>
            <a:xfrm>
              <a:off x="1082538" y="237952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E3A909DF-4AD3-C1E7-A927-A48D2F550DDA}"/>
                </a:ext>
              </a:extLst>
            </p:cNvPr>
            <p:cNvSpPr txBox="1"/>
            <p:nvPr/>
          </p:nvSpPr>
          <p:spPr>
            <a:xfrm>
              <a:off x="502444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1712805A-ACFC-ACD7-930D-C13CD3E03F82}"/>
                </a:ext>
              </a:extLst>
            </p:cNvPr>
            <p:cNvSpPr txBox="1"/>
            <p:nvPr/>
          </p:nvSpPr>
          <p:spPr>
            <a:xfrm>
              <a:off x="646907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83011387-153C-AE58-6C1B-9DA2CD07831A}"/>
                </a:ext>
              </a:extLst>
            </p:cNvPr>
            <p:cNvSpPr txBox="1"/>
            <p:nvPr/>
          </p:nvSpPr>
          <p:spPr>
            <a:xfrm>
              <a:off x="791369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1F85FE04-8988-9283-792B-AD7A45E5409E}"/>
                </a:ext>
              </a:extLst>
            </p:cNvPr>
            <p:cNvSpPr txBox="1"/>
            <p:nvPr/>
          </p:nvSpPr>
          <p:spPr>
            <a:xfrm>
              <a:off x="502444" y="151130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Q</a:t>
              </a: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F93C11CF-2DE4-4F8A-3ABE-0C69468EAD1F}"/>
                </a:ext>
              </a:extLst>
            </p:cNvPr>
            <p:cNvSpPr txBox="1"/>
            <p:nvPr/>
          </p:nvSpPr>
          <p:spPr>
            <a:xfrm>
              <a:off x="646907" y="15113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Q</a:t>
              </a:r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E63CAD25-9FD4-074B-FA3A-7D9AE46FBD97}"/>
                </a:ext>
              </a:extLst>
            </p:cNvPr>
            <p:cNvSpPr txBox="1"/>
            <p:nvPr/>
          </p:nvSpPr>
          <p:spPr>
            <a:xfrm>
              <a:off x="791369" y="15113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432F025E-B301-00EB-3698-DB314B0AEE72}"/>
                </a:ext>
              </a:extLst>
            </p:cNvPr>
            <p:cNvSpPr txBox="1"/>
            <p:nvPr/>
          </p:nvSpPr>
          <p:spPr>
            <a:xfrm>
              <a:off x="935832" y="15113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5C697236-6078-383F-67A6-A11841953FA0}"/>
                </a:ext>
              </a:extLst>
            </p:cNvPr>
            <p:cNvSpPr txBox="1"/>
            <p:nvPr/>
          </p:nvSpPr>
          <p:spPr>
            <a:xfrm>
              <a:off x="502444" y="18002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0F93CEEF-9D95-A21B-0AE6-EDC992F364C0}"/>
                </a:ext>
              </a:extLst>
            </p:cNvPr>
            <p:cNvSpPr txBox="1"/>
            <p:nvPr/>
          </p:nvSpPr>
          <p:spPr>
            <a:xfrm>
              <a:off x="646907" y="18002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619203EC-C6F8-5AAB-1EEF-73D39C2E1B1F}"/>
                </a:ext>
              </a:extLst>
            </p:cNvPr>
            <p:cNvSpPr txBox="1"/>
            <p:nvPr/>
          </p:nvSpPr>
          <p:spPr>
            <a:xfrm>
              <a:off x="791369" y="18002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E477E0F4-A074-11C6-D68E-725226FB7132}"/>
                </a:ext>
              </a:extLst>
            </p:cNvPr>
            <p:cNvSpPr txBox="1"/>
            <p:nvPr/>
          </p:nvSpPr>
          <p:spPr>
            <a:xfrm>
              <a:off x="935832" y="18002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CD2EF973-4A55-B279-4F47-A87A1D961CAE}"/>
                </a:ext>
              </a:extLst>
            </p:cNvPr>
            <p:cNvSpPr txBox="1"/>
            <p:nvPr/>
          </p:nvSpPr>
          <p:spPr>
            <a:xfrm>
              <a:off x="502444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595ABF09-A821-69B9-45A2-59F573671493}"/>
                </a:ext>
              </a:extLst>
            </p:cNvPr>
            <p:cNvSpPr txBox="1"/>
            <p:nvPr/>
          </p:nvSpPr>
          <p:spPr>
            <a:xfrm>
              <a:off x="646907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BF10AE57-6BE9-D96E-05B1-A1155DCAC538}"/>
                </a:ext>
              </a:extLst>
            </p:cNvPr>
            <p:cNvSpPr txBox="1"/>
            <p:nvPr/>
          </p:nvSpPr>
          <p:spPr>
            <a:xfrm>
              <a:off x="791369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EB7E3C67-F821-4A70-2455-3242FE58785C}"/>
                </a:ext>
              </a:extLst>
            </p:cNvPr>
            <p:cNvSpPr txBox="1"/>
            <p:nvPr/>
          </p:nvSpPr>
          <p:spPr>
            <a:xfrm>
              <a:off x="935832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89A11A6F-C8CE-7327-870D-CC1B32A2B492}"/>
                </a:ext>
              </a:extLst>
            </p:cNvPr>
            <p:cNvSpPr txBox="1"/>
            <p:nvPr/>
          </p:nvSpPr>
          <p:spPr>
            <a:xfrm>
              <a:off x="1078707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F6B70ABC-0600-BF96-A989-1B5818FBA33E}"/>
                </a:ext>
              </a:extLst>
            </p:cNvPr>
            <p:cNvSpPr txBox="1"/>
            <p:nvPr/>
          </p:nvSpPr>
          <p:spPr>
            <a:xfrm>
              <a:off x="502444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47AB108C-7EB9-0337-75B4-29357361BE19}"/>
                </a:ext>
              </a:extLst>
            </p:cNvPr>
            <p:cNvSpPr txBox="1"/>
            <p:nvPr/>
          </p:nvSpPr>
          <p:spPr>
            <a:xfrm>
              <a:off x="646906" y="19431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397" name="TextBox 396">
              <a:extLst>
                <a:ext uri="{FF2B5EF4-FFF2-40B4-BE49-F238E27FC236}">
                  <a16:creationId xmlns:a16="http://schemas.microsoft.com/office/drawing/2014/main" id="{31ABA775-7260-5302-9973-2388D4AECF6A}"/>
                </a:ext>
              </a:extLst>
            </p:cNvPr>
            <p:cNvSpPr txBox="1"/>
            <p:nvPr/>
          </p:nvSpPr>
          <p:spPr>
            <a:xfrm>
              <a:off x="791369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398" name="TextBox 397">
              <a:extLst>
                <a:ext uri="{FF2B5EF4-FFF2-40B4-BE49-F238E27FC236}">
                  <a16:creationId xmlns:a16="http://schemas.microsoft.com/office/drawing/2014/main" id="{26921850-797D-97D7-E411-D227B7FF7102}"/>
                </a:ext>
              </a:extLst>
            </p:cNvPr>
            <p:cNvSpPr txBox="1"/>
            <p:nvPr/>
          </p:nvSpPr>
          <p:spPr>
            <a:xfrm>
              <a:off x="645319" y="2519363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399" name="TextBox 398">
              <a:extLst>
                <a:ext uri="{FF2B5EF4-FFF2-40B4-BE49-F238E27FC236}">
                  <a16:creationId xmlns:a16="http://schemas.microsoft.com/office/drawing/2014/main" id="{32A980D9-0E00-3268-6355-EC61F9DF070C}"/>
                </a:ext>
              </a:extLst>
            </p:cNvPr>
            <p:cNvSpPr txBox="1"/>
            <p:nvPr/>
          </p:nvSpPr>
          <p:spPr>
            <a:xfrm>
              <a:off x="789782" y="251936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B0BB7B98-6772-5461-C284-CD63A1A0C65C}"/>
                </a:ext>
              </a:extLst>
            </p:cNvPr>
            <p:cNvSpPr txBox="1"/>
            <p:nvPr/>
          </p:nvSpPr>
          <p:spPr>
            <a:xfrm>
              <a:off x="934244" y="251936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401" name="TextBox 400">
              <a:extLst>
                <a:ext uri="{FF2B5EF4-FFF2-40B4-BE49-F238E27FC236}">
                  <a16:creationId xmlns:a16="http://schemas.microsoft.com/office/drawing/2014/main" id="{17632C4B-1873-8988-C7FE-8ACD2A56D58C}"/>
                </a:ext>
              </a:extLst>
            </p:cNvPr>
            <p:cNvSpPr txBox="1"/>
            <p:nvPr/>
          </p:nvSpPr>
          <p:spPr>
            <a:xfrm>
              <a:off x="1078707" y="251936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402" name="TextBox 401">
              <a:extLst>
                <a:ext uri="{FF2B5EF4-FFF2-40B4-BE49-F238E27FC236}">
                  <a16:creationId xmlns:a16="http://schemas.microsoft.com/office/drawing/2014/main" id="{BFF45B4E-2097-9939-F242-A0AE14C15288}"/>
                </a:ext>
              </a:extLst>
            </p:cNvPr>
            <p:cNvSpPr txBox="1"/>
            <p:nvPr/>
          </p:nvSpPr>
          <p:spPr>
            <a:xfrm>
              <a:off x="502444" y="2519363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49B57D29-9ABE-28EB-5C1A-43B7B12A9C98}"/>
                </a:ext>
              </a:extLst>
            </p:cNvPr>
            <p:cNvSpPr txBox="1"/>
            <p:nvPr/>
          </p:nvSpPr>
          <p:spPr>
            <a:xfrm>
              <a:off x="791369" y="28067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23B0F8AA-215B-D54C-966E-AB068CF99123}"/>
                </a:ext>
              </a:extLst>
            </p:cNvPr>
            <p:cNvSpPr txBox="1"/>
            <p:nvPr/>
          </p:nvSpPr>
          <p:spPr>
            <a:xfrm>
              <a:off x="935832" y="28067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5AEA1AE9-F7AE-0C6C-D6DA-92665CC62EA8}"/>
                </a:ext>
              </a:extLst>
            </p:cNvPr>
            <p:cNvSpPr txBox="1"/>
            <p:nvPr/>
          </p:nvSpPr>
          <p:spPr>
            <a:xfrm>
              <a:off x="502444" y="107950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406" name="TextBox 405">
              <a:extLst>
                <a:ext uri="{FF2B5EF4-FFF2-40B4-BE49-F238E27FC236}">
                  <a16:creationId xmlns:a16="http://schemas.microsoft.com/office/drawing/2014/main" id="{C1D14FFF-368D-5942-88EA-E52838AE39B9}"/>
                </a:ext>
              </a:extLst>
            </p:cNvPr>
            <p:cNvSpPr txBox="1"/>
            <p:nvPr/>
          </p:nvSpPr>
          <p:spPr>
            <a:xfrm>
              <a:off x="646907" y="10795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407" name="Heart 406">
              <a:extLst>
                <a:ext uri="{FF2B5EF4-FFF2-40B4-BE49-F238E27FC236}">
                  <a16:creationId xmlns:a16="http://schemas.microsoft.com/office/drawing/2014/main" id="{DA85FACA-C055-C337-7DFA-6E84A01D4E6E}"/>
                </a:ext>
              </a:extLst>
            </p:cNvPr>
            <p:cNvSpPr/>
            <p:nvPr/>
          </p:nvSpPr>
          <p:spPr>
            <a:xfrm>
              <a:off x="506275" y="295625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08" name="Heart 407">
              <a:extLst>
                <a:ext uri="{FF2B5EF4-FFF2-40B4-BE49-F238E27FC236}">
                  <a16:creationId xmlns:a16="http://schemas.microsoft.com/office/drawing/2014/main" id="{6A57EA09-FA30-3403-1098-824C8AE7CEC4}"/>
                </a:ext>
              </a:extLst>
            </p:cNvPr>
            <p:cNvSpPr/>
            <p:nvPr/>
          </p:nvSpPr>
          <p:spPr>
            <a:xfrm>
              <a:off x="650738" y="295625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09" name="Heart 408">
              <a:extLst>
                <a:ext uri="{FF2B5EF4-FFF2-40B4-BE49-F238E27FC236}">
                  <a16:creationId xmlns:a16="http://schemas.microsoft.com/office/drawing/2014/main" id="{2A8B15E0-8229-BBEA-EE4D-95DEADF078F4}"/>
                </a:ext>
              </a:extLst>
            </p:cNvPr>
            <p:cNvSpPr/>
            <p:nvPr/>
          </p:nvSpPr>
          <p:spPr>
            <a:xfrm>
              <a:off x="795200" y="2955789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10" name="Heart 409">
              <a:extLst>
                <a:ext uri="{FF2B5EF4-FFF2-40B4-BE49-F238E27FC236}">
                  <a16:creationId xmlns:a16="http://schemas.microsoft.com/office/drawing/2014/main" id="{587B236B-9431-DB8C-3E49-2BA0C1345DEF}"/>
                </a:ext>
              </a:extLst>
            </p:cNvPr>
            <p:cNvSpPr/>
            <p:nvPr/>
          </p:nvSpPr>
          <p:spPr>
            <a:xfrm>
              <a:off x="939663" y="2955789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11" name="Heart 410">
              <a:extLst>
                <a:ext uri="{FF2B5EF4-FFF2-40B4-BE49-F238E27FC236}">
                  <a16:creationId xmlns:a16="http://schemas.microsoft.com/office/drawing/2014/main" id="{55A5973F-7815-9C43-459E-DA419B94FC60}"/>
                </a:ext>
              </a:extLst>
            </p:cNvPr>
            <p:cNvSpPr/>
            <p:nvPr/>
          </p:nvSpPr>
          <p:spPr>
            <a:xfrm>
              <a:off x="1082538" y="2955788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12" name="Heart 411">
              <a:extLst>
                <a:ext uri="{FF2B5EF4-FFF2-40B4-BE49-F238E27FC236}">
                  <a16:creationId xmlns:a16="http://schemas.microsoft.com/office/drawing/2014/main" id="{39DD07CE-C327-88D5-A7F5-908FE5CCB06E}"/>
                </a:ext>
              </a:extLst>
            </p:cNvPr>
            <p:cNvSpPr/>
            <p:nvPr/>
          </p:nvSpPr>
          <p:spPr>
            <a:xfrm>
              <a:off x="506275" y="2667326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13" name="Heart 412">
              <a:extLst>
                <a:ext uri="{FF2B5EF4-FFF2-40B4-BE49-F238E27FC236}">
                  <a16:creationId xmlns:a16="http://schemas.microsoft.com/office/drawing/2014/main" id="{8D626E35-E61D-9FDF-9C70-56F911EE99D0}"/>
                </a:ext>
              </a:extLst>
            </p:cNvPr>
            <p:cNvSpPr/>
            <p:nvPr/>
          </p:nvSpPr>
          <p:spPr>
            <a:xfrm>
              <a:off x="650738" y="2667326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14" name="Heart 413">
              <a:extLst>
                <a:ext uri="{FF2B5EF4-FFF2-40B4-BE49-F238E27FC236}">
                  <a16:creationId xmlns:a16="http://schemas.microsoft.com/office/drawing/2014/main" id="{1272FC76-4A7C-24D5-AB10-98742420171A}"/>
                </a:ext>
              </a:extLst>
            </p:cNvPr>
            <p:cNvSpPr/>
            <p:nvPr/>
          </p:nvSpPr>
          <p:spPr>
            <a:xfrm>
              <a:off x="795200" y="266686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15" name="Heart 414">
              <a:extLst>
                <a:ext uri="{FF2B5EF4-FFF2-40B4-BE49-F238E27FC236}">
                  <a16:creationId xmlns:a16="http://schemas.microsoft.com/office/drawing/2014/main" id="{2F3E609D-D63A-16FF-A7D5-34522F82BBF5}"/>
                </a:ext>
              </a:extLst>
            </p:cNvPr>
            <p:cNvSpPr/>
            <p:nvPr/>
          </p:nvSpPr>
          <p:spPr>
            <a:xfrm>
              <a:off x="939663" y="266686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16" name="Heart 415">
              <a:extLst>
                <a:ext uri="{FF2B5EF4-FFF2-40B4-BE49-F238E27FC236}">
                  <a16:creationId xmlns:a16="http://schemas.microsoft.com/office/drawing/2014/main" id="{31DBEEFB-9528-A120-4E00-156966FF2E40}"/>
                </a:ext>
              </a:extLst>
            </p:cNvPr>
            <p:cNvSpPr/>
            <p:nvPr/>
          </p:nvSpPr>
          <p:spPr>
            <a:xfrm>
              <a:off x="506275" y="20910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17" name="Heart 416">
              <a:extLst>
                <a:ext uri="{FF2B5EF4-FFF2-40B4-BE49-F238E27FC236}">
                  <a16:creationId xmlns:a16="http://schemas.microsoft.com/office/drawing/2014/main" id="{81ADC285-F996-0880-CF1C-1FAC70B8BCEB}"/>
                </a:ext>
              </a:extLst>
            </p:cNvPr>
            <p:cNvSpPr/>
            <p:nvPr/>
          </p:nvSpPr>
          <p:spPr>
            <a:xfrm>
              <a:off x="650738" y="20910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18" name="Heart 417">
              <a:extLst>
                <a:ext uri="{FF2B5EF4-FFF2-40B4-BE49-F238E27FC236}">
                  <a16:creationId xmlns:a16="http://schemas.microsoft.com/office/drawing/2014/main" id="{D31A89DB-BB99-DD26-6A7C-F5C7360F63F0}"/>
                </a:ext>
              </a:extLst>
            </p:cNvPr>
            <p:cNvSpPr/>
            <p:nvPr/>
          </p:nvSpPr>
          <p:spPr>
            <a:xfrm>
              <a:off x="795200" y="209060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2808A7F1-FA13-F9F0-6EF5-D7BE39C8B276}"/>
                </a:ext>
              </a:extLst>
            </p:cNvPr>
            <p:cNvSpPr txBox="1"/>
            <p:nvPr/>
          </p:nvSpPr>
          <p:spPr>
            <a:xfrm>
              <a:off x="502444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72FE8ADC-C71C-B117-63C0-EDCC0FB73FF2}"/>
                </a:ext>
              </a:extLst>
            </p:cNvPr>
            <p:cNvSpPr txBox="1"/>
            <p:nvPr/>
          </p:nvSpPr>
          <p:spPr>
            <a:xfrm>
              <a:off x="646907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421" name="TextBox 420">
              <a:extLst>
                <a:ext uri="{FF2B5EF4-FFF2-40B4-BE49-F238E27FC236}">
                  <a16:creationId xmlns:a16="http://schemas.microsoft.com/office/drawing/2014/main" id="{60981F08-7373-2B5E-D629-60D1CE182439}"/>
                </a:ext>
              </a:extLst>
            </p:cNvPr>
            <p:cNvSpPr txBox="1"/>
            <p:nvPr/>
          </p:nvSpPr>
          <p:spPr>
            <a:xfrm>
              <a:off x="791369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7054C658-A959-8F33-ED3D-49B5D3E60144}"/>
                </a:ext>
              </a:extLst>
            </p:cNvPr>
            <p:cNvSpPr txBox="1"/>
            <p:nvPr/>
          </p:nvSpPr>
          <p:spPr>
            <a:xfrm>
              <a:off x="935832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423" name="TextBox 422">
              <a:extLst>
                <a:ext uri="{FF2B5EF4-FFF2-40B4-BE49-F238E27FC236}">
                  <a16:creationId xmlns:a16="http://schemas.microsoft.com/office/drawing/2014/main" id="{7C27DFAF-8B36-A7FA-7072-3D53A7E0CCE9}"/>
                </a:ext>
              </a:extLst>
            </p:cNvPr>
            <p:cNvSpPr txBox="1"/>
            <p:nvPr/>
          </p:nvSpPr>
          <p:spPr>
            <a:xfrm>
              <a:off x="1078707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424" name="TextBox 423">
              <a:extLst>
                <a:ext uri="{FF2B5EF4-FFF2-40B4-BE49-F238E27FC236}">
                  <a16:creationId xmlns:a16="http://schemas.microsoft.com/office/drawing/2014/main" id="{637C499E-E94E-4DDE-8C7F-9A2FA4A9A8D2}"/>
                </a:ext>
              </a:extLst>
            </p:cNvPr>
            <p:cNvSpPr txBox="1"/>
            <p:nvPr/>
          </p:nvSpPr>
          <p:spPr>
            <a:xfrm>
              <a:off x="502444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6C0F2097-425B-480B-F6D0-A8D112EBFCA1}"/>
                </a:ext>
              </a:extLst>
            </p:cNvPr>
            <p:cNvSpPr txBox="1"/>
            <p:nvPr/>
          </p:nvSpPr>
          <p:spPr>
            <a:xfrm>
              <a:off x="646907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426" name="TextBox 425">
              <a:extLst>
                <a:ext uri="{FF2B5EF4-FFF2-40B4-BE49-F238E27FC236}">
                  <a16:creationId xmlns:a16="http://schemas.microsoft.com/office/drawing/2014/main" id="{2330384B-3B9A-310F-C0B5-EF1DB9F31973}"/>
                </a:ext>
              </a:extLst>
            </p:cNvPr>
            <p:cNvSpPr txBox="1"/>
            <p:nvPr/>
          </p:nvSpPr>
          <p:spPr>
            <a:xfrm>
              <a:off x="791369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id="{017AD326-3D51-2A27-3944-C4F105343392}"/>
                </a:ext>
              </a:extLst>
            </p:cNvPr>
            <p:cNvSpPr txBox="1"/>
            <p:nvPr/>
          </p:nvSpPr>
          <p:spPr>
            <a:xfrm>
              <a:off x="935832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641BDB92-5C25-5D04-39CE-CBA83CB8368A}"/>
                </a:ext>
              </a:extLst>
            </p:cNvPr>
            <p:cNvSpPr txBox="1"/>
            <p:nvPr/>
          </p:nvSpPr>
          <p:spPr>
            <a:xfrm>
              <a:off x="502444" y="2086769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429" name="TextBox 428">
              <a:extLst>
                <a:ext uri="{FF2B5EF4-FFF2-40B4-BE49-F238E27FC236}">
                  <a16:creationId xmlns:a16="http://schemas.microsoft.com/office/drawing/2014/main" id="{26D55F01-4C22-C22B-4222-2F14FA1962ED}"/>
                </a:ext>
              </a:extLst>
            </p:cNvPr>
            <p:cNvSpPr txBox="1"/>
            <p:nvPr/>
          </p:nvSpPr>
          <p:spPr>
            <a:xfrm>
              <a:off x="646907" y="2086769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430" name="TextBox 429">
              <a:extLst>
                <a:ext uri="{FF2B5EF4-FFF2-40B4-BE49-F238E27FC236}">
                  <a16:creationId xmlns:a16="http://schemas.microsoft.com/office/drawing/2014/main" id="{F99AA328-CB7C-743F-84AE-A490D69C3FC3}"/>
                </a:ext>
              </a:extLst>
            </p:cNvPr>
            <p:cNvSpPr txBox="1"/>
            <p:nvPr/>
          </p:nvSpPr>
          <p:spPr>
            <a:xfrm>
              <a:off x="791369" y="2086769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431" name="TextBox 430">
              <a:extLst>
                <a:ext uri="{FF2B5EF4-FFF2-40B4-BE49-F238E27FC236}">
                  <a16:creationId xmlns:a16="http://schemas.microsoft.com/office/drawing/2014/main" id="{8C0EF87C-144E-5D36-5A41-B79AA7629F64}"/>
                </a:ext>
              </a:extLst>
            </p:cNvPr>
            <p:cNvSpPr txBox="1"/>
            <p:nvPr/>
          </p:nvSpPr>
          <p:spPr>
            <a:xfrm>
              <a:off x="431801" y="611088"/>
              <a:ext cx="863600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Example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8989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428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F62CC7-CAFE-6667-19C8-14473A539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056162" y="245364"/>
            <a:ext cx="577901" cy="80467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8CE5028-3B0D-AF8E-9382-57B71C8E1B51}"/>
              </a:ext>
            </a:extLst>
          </p:cNvPr>
          <p:cNvGrpSpPr/>
          <p:nvPr/>
        </p:nvGrpSpPr>
        <p:grpSpPr>
          <a:xfrm rot="5400000">
            <a:off x="377825" y="2411413"/>
            <a:ext cx="2879726" cy="2736850"/>
            <a:chOff x="179388" y="574675"/>
            <a:chExt cx="2879726" cy="27368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39623E-3604-EB6F-2404-4D34D5BA81B2}"/>
                </a:ext>
              </a:extLst>
            </p:cNvPr>
            <p:cNvSpPr/>
            <p:nvPr/>
          </p:nvSpPr>
          <p:spPr>
            <a:xfrm>
              <a:off x="179388" y="574675"/>
              <a:ext cx="2879726" cy="2736850"/>
            </a:xfrm>
            <a:prstGeom prst="rect">
              <a:avLst/>
            </a:prstGeom>
            <a:noFill/>
            <a:ln w="72000">
              <a:solidFill>
                <a:schemeClr val="bg1">
                  <a:alpha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cap="all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FA94005-4C69-C4FD-A8EE-ABC50C803345}"/>
                </a:ext>
              </a:extLst>
            </p:cNvPr>
            <p:cNvCxnSpPr>
              <a:cxnSpLocks/>
            </p:cNvCxnSpPr>
            <p:nvPr/>
          </p:nvCxnSpPr>
          <p:spPr>
            <a:xfrm>
              <a:off x="215325" y="863600"/>
              <a:ext cx="2808863" cy="0"/>
            </a:xfrm>
            <a:prstGeom prst="line">
              <a:avLst/>
            </a:prstGeom>
            <a:ln w="72000">
              <a:solidFill>
                <a:schemeClr val="bg1">
                  <a:alpha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365A17E-0636-1A70-A873-9F8485D4D0F1}"/>
                </a:ext>
              </a:extLst>
            </p:cNvPr>
            <p:cNvSpPr txBox="1"/>
            <p:nvPr/>
          </p:nvSpPr>
          <p:spPr>
            <a:xfrm>
              <a:off x="215900" y="611188"/>
              <a:ext cx="216000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#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EEFDD0-4218-27BC-67BD-4235D347CD09}"/>
                </a:ext>
              </a:extLst>
            </p:cNvPr>
            <p:cNvSpPr txBox="1"/>
            <p:nvPr/>
          </p:nvSpPr>
          <p:spPr>
            <a:xfrm>
              <a:off x="215800" y="93503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82DDAC8-F738-AEA4-B5AB-2F792AD495A7}"/>
                </a:ext>
              </a:extLst>
            </p:cNvPr>
            <p:cNvSpPr txBox="1"/>
            <p:nvPr/>
          </p:nvSpPr>
          <p:spPr>
            <a:xfrm>
              <a:off x="215900" y="1079500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FEBB0CB-CC8C-82F2-D7B0-3DE08F2B33BF}"/>
                </a:ext>
              </a:extLst>
            </p:cNvPr>
            <p:cNvSpPr txBox="1"/>
            <p:nvPr/>
          </p:nvSpPr>
          <p:spPr>
            <a:xfrm>
              <a:off x="215900" y="122555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0BAF8C2-D99F-E767-CF7F-61E93F5A66E1}"/>
                </a:ext>
              </a:extLst>
            </p:cNvPr>
            <p:cNvSpPr txBox="1"/>
            <p:nvPr/>
          </p:nvSpPr>
          <p:spPr>
            <a:xfrm>
              <a:off x="215900" y="136683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81D243-47C9-AA55-E9B1-B3A71EC078CF}"/>
                </a:ext>
              </a:extLst>
            </p:cNvPr>
            <p:cNvSpPr txBox="1"/>
            <p:nvPr/>
          </p:nvSpPr>
          <p:spPr>
            <a:xfrm>
              <a:off x="215800" y="1511300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6BBACF-3F83-4029-C96D-D503BDA30B4E}"/>
                </a:ext>
              </a:extLst>
            </p:cNvPr>
            <p:cNvSpPr txBox="1"/>
            <p:nvPr/>
          </p:nvSpPr>
          <p:spPr>
            <a:xfrm>
              <a:off x="215900" y="16557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1EB592F-D052-5A2E-BC6F-80DE8AC54660}"/>
                </a:ext>
              </a:extLst>
            </p:cNvPr>
            <p:cNvSpPr txBox="1"/>
            <p:nvPr/>
          </p:nvSpPr>
          <p:spPr>
            <a:xfrm>
              <a:off x="215900" y="1800225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82242DE-987F-B5E3-8951-286C7A55EBEB}"/>
                </a:ext>
              </a:extLst>
            </p:cNvPr>
            <p:cNvSpPr txBox="1"/>
            <p:nvPr/>
          </p:nvSpPr>
          <p:spPr>
            <a:xfrm>
              <a:off x="215900" y="194310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CCB9028-C66C-F6A1-997F-2CBC818B8775}"/>
                </a:ext>
              </a:extLst>
            </p:cNvPr>
            <p:cNvSpPr txBox="1"/>
            <p:nvPr/>
          </p:nvSpPr>
          <p:spPr>
            <a:xfrm>
              <a:off x="215900" y="20875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C567191-D2AE-FC72-CAB3-E0EA01C288D7}"/>
                </a:ext>
              </a:extLst>
            </p:cNvPr>
            <p:cNvSpPr txBox="1"/>
            <p:nvPr/>
          </p:nvSpPr>
          <p:spPr>
            <a:xfrm>
              <a:off x="215800" y="2232025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F167F27-B56C-FFAC-CD20-7E232FE9617C}"/>
                </a:ext>
              </a:extLst>
            </p:cNvPr>
            <p:cNvSpPr txBox="1"/>
            <p:nvPr/>
          </p:nvSpPr>
          <p:spPr>
            <a:xfrm>
              <a:off x="215900" y="237490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F9F1446-0EE1-A093-6E93-02571F1561BE}"/>
                </a:ext>
              </a:extLst>
            </p:cNvPr>
            <p:cNvSpPr txBox="1"/>
            <p:nvPr/>
          </p:nvSpPr>
          <p:spPr>
            <a:xfrm>
              <a:off x="215800" y="252095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9871AD1-0260-2435-E8B4-6CB78D193A78}"/>
                </a:ext>
              </a:extLst>
            </p:cNvPr>
            <p:cNvSpPr txBox="1"/>
            <p:nvPr/>
          </p:nvSpPr>
          <p:spPr>
            <a:xfrm>
              <a:off x="215800" y="2663826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13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0361D4-CC80-C4E8-C1B1-9DAE8694595C}"/>
                </a:ext>
              </a:extLst>
            </p:cNvPr>
            <p:cNvSpPr txBox="1"/>
            <p:nvPr/>
          </p:nvSpPr>
          <p:spPr>
            <a:xfrm>
              <a:off x="215800" y="280828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14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526D560-E8C8-FFD9-D8F0-EE3647EBFA97}"/>
                </a:ext>
              </a:extLst>
            </p:cNvPr>
            <p:cNvSpPr txBox="1"/>
            <p:nvPr/>
          </p:nvSpPr>
          <p:spPr>
            <a:xfrm>
              <a:off x="215900" y="29511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D1EC0D6-DA2F-53B1-45D1-677BC627AF71}"/>
                </a:ext>
              </a:extLst>
            </p:cNvPr>
            <p:cNvSpPr txBox="1"/>
            <p:nvPr/>
          </p:nvSpPr>
          <p:spPr>
            <a:xfrm>
              <a:off x="215800" y="3095626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16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CFAEEE9-18CD-C320-8B7B-C4EF2B7398F5}"/>
                </a:ext>
              </a:extLst>
            </p:cNvPr>
            <p:cNvSpPr txBox="1"/>
            <p:nvPr/>
          </p:nvSpPr>
          <p:spPr>
            <a:xfrm>
              <a:off x="1295399" y="611088"/>
              <a:ext cx="1728789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Hand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53F3E36-E8E8-4A77-98F1-61AB5C9F3379}"/>
                </a:ext>
              </a:extLst>
            </p:cNvPr>
            <p:cNvSpPr txBox="1"/>
            <p:nvPr/>
          </p:nvSpPr>
          <p:spPr>
            <a:xfrm>
              <a:off x="1295400" y="9350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Single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EED009D-6275-595B-CED6-2D149DB301EE}"/>
                </a:ext>
              </a:extLst>
            </p:cNvPr>
            <p:cNvSpPr txBox="1"/>
            <p:nvPr/>
          </p:nvSpPr>
          <p:spPr>
            <a:xfrm>
              <a:off x="1295401" y="10795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Pair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55631B8-86EE-4B8C-DE71-304A5D666786}"/>
                </a:ext>
              </a:extLst>
            </p:cNvPr>
            <p:cNvSpPr txBox="1"/>
            <p:nvPr/>
          </p:nvSpPr>
          <p:spPr>
            <a:xfrm>
              <a:off x="1295401" y="1222376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Flush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AFB17ED-BC2D-FE43-E72C-35D89E886EA1}"/>
                </a:ext>
              </a:extLst>
            </p:cNvPr>
            <p:cNvSpPr txBox="1"/>
            <p:nvPr/>
          </p:nvSpPr>
          <p:spPr>
            <a:xfrm>
              <a:off x="1295401" y="13668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Straight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5D74B6F-4B2C-A0D0-3884-1816F50EC457}"/>
                </a:ext>
              </a:extLst>
            </p:cNvPr>
            <p:cNvSpPr txBox="1"/>
            <p:nvPr/>
          </p:nvSpPr>
          <p:spPr>
            <a:xfrm>
              <a:off x="1295401" y="15113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Two Pair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6C915FC-F91B-3959-1CB2-677B94F06705}"/>
                </a:ext>
              </a:extLst>
            </p:cNvPr>
            <p:cNvSpPr txBox="1"/>
            <p:nvPr/>
          </p:nvSpPr>
          <p:spPr>
            <a:xfrm>
              <a:off x="1295401" y="1800226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Flush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5F5ADFC-83D7-0545-C04D-DA61FF5D7573}"/>
                </a:ext>
              </a:extLst>
            </p:cNvPr>
            <p:cNvSpPr txBox="1"/>
            <p:nvPr/>
          </p:nvSpPr>
          <p:spPr>
            <a:xfrm>
              <a:off x="1295400" y="1654969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Straight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6983A7D-32C2-7066-4C76-8E17F86B9A1E}"/>
                </a:ext>
              </a:extLst>
            </p:cNvPr>
            <p:cNvSpPr txBox="1"/>
            <p:nvPr/>
          </p:nvSpPr>
          <p:spPr>
            <a:xfrm>
              <a:off x="1295401" y="19431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of a Kind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6023029-CB8B-B2B9-C1C9-6C353A8DA2EB}"/>
                </a:ext>
              </a:extLst>
            </p:cNvPr>
            <p:cNvSpPr txBox="1"/>
            <p:nvPr/>
          </p:nvSpPr>
          <p:spPr>
            <a:xfrm>
              <a:off x="1295401" y="20875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Straight Flush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15FE119-0934-51F9-CEBC-FAFD8FA8CF43}"/>
                </a:ext>
              </a:extLst>
            </p:cNvPr>
            <p:cNvSpPr txBox="1"/>
            <p:nvPr/>
          </p:nvSpPr>
          <p:spPr>
            <a:xfrm>
              <a:off x="1295401" y="2232025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Straight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76B0D71-2749-A716-F275-ECBAEBC40F05}"/>
                </a:ext>
              </a:extLst>
            </p:cNvPr>
            <p:cNvSpPr txBox="1"/>
            <p:nvPr/>
          </p:nvSpPr>
          <p:spPr>
            <a:xfrm>
              <a:off x="1295400" y="2520157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Flush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0FFFAE9-EAFF-1F4D-5AA0-F1F873E8C447}"/>
                </a:ext>
              </a:extLst>
            </p:cNvPr>
            <p:cNvSpPr txBox="1"/>
            <p:nvPr/>
          </p:nvSpPr>
          <p:spPr>
            <a:xfrm>
              <a:off x="1295400" y="2375694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Full House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0259C36-BEB5-270C-937A-CE9155660C5D}"/>
                </a:ext>
              </a:extLst>
            </p:cNvPr>
            <p:cNvSpPr txBox="1"/>
            <p:nvPr/>
          </p:nvSpPr>
          <p:spPr>
            <a:xfrm>
              <a:off x="1295401" y="2663826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Straight Flush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0C502AD-22A1-95DA-1AAD-E02D5E8D9F99}"/>
                </a:ext>
              </a:extLst>
            </p:cNvPr>
            <p:cNvSpPr txBox="1"/>
            <p:nvPr/>
          </p:nvSpPr>
          <p:spPr>
            <a:xfrm>
              <a:off x="1295401" y="28067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of a Kind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93CBEED-AE74-C16E-A297-3A0361B28269}"/>
                </a:ext>
              </a:extLst>
            </p:cNvPr>
            <p:cNvSpPr txBox="1"/>
            <p:nvPr/>
          </p:nvSpPr>
          <p:spPr>
            <a:xfrm>
              <a:off x="1295401" y="29511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Straight Flush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1FC6DFC-03F3-A8C0-8DCC-2DE5D9553E73}"/>
                </a:ext>
              </a:extLst>
            </p:cNvPr>
            <p:cNvSpPr txBox="1"/>
            <p:nvPr/>
          </p:nvSpPr>
          <p:spPr>
            <a:xfrm>
              <a:off x="1295401" y="3095625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of a Kind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38907FF-BF29-C13D-E182-EE390A6A9EF7}"/>
                </a:ext>
              </a:extLst>
            </p:cNvPr>
            <p:cNvSpPr txBox="1"/>
            <p:nvPr/>
          </p:nvSpPr>
          <p:spPr>
            <a:xfrm>
              <a:off x="503238" y="9350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J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67B098D-460E-64D2-C156-525922124222}"/>
                </a:ext>
              </a:extLst>
            </p:cNvPr>
            <p:cNvSpPr txBox="1"/>
            <p:nvPr/>
          </p:nvSpPr>
          <p:spPr>
            <a:xfrm>
              <a:off x="502444" y="28067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3FF7AEA-8AAA-153F-667E-4BFE4F1D1E34}"/>
                </a:ext>
              </a:extLst>
            </p:cNvPr>
            <p:cNvSpPr txBox="1"/>
            <p:nvPr/>
          </p:nvSpPr>
          <p:spPr>
            <a:xfrm>
              <a:off x="646907" y="28067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44" name="Heart 43">
              <a:extLst>
                <a:ext uri="{FF2B5EF4-FFF2-40B4-BE49-F238E27FC236}">
                  <a16:creationId xmlns:a16="http://schemas.microsoft.com/office/drawing/2014/main" id="{7F674139-26F5-0093-1620-57E9C0B7BA39}"/>
                </a:ext>
              </a:extLst>
            </p:cNvPr>
            <p:cNvSpPr/>
            <p:nvPr/>
          </p:nvSpPr>
          <p:spPr>
            <a:xfrm>
              <a:off x="506275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5" name="Heart 44">
              <a:extLst>
                <a:ext uri="{FF2B5EF4-FFF2-40B4-BE49-F238E27FC236}">
                  <a16:creationId xmlns:a16="http://schemas.microsoft.com/office/drawing/2014/main" id="{02DB4870-28EE-3A79-1449-0E21E66FAC5E}"/>
                </a:ext>
              </a:extLst>
            </p:cNvPr>
            <p:cNvSpPr/>
            <p:nvPr/>
          </p:nvSpPr>
          <p:spPr>
            <a:xfrm>
              <a:off x="650738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6" name="Heart 45">
              <a:extLst>
                <a:ext uri="{FF2B5EF4-FFF2-40B4-BE49-F238E27FC236}">
                  <a16:creationId xmlns:a16="http://schemas.microsoft.com/office/drawing/2014/main" id="{51382CB8-00FA-5590-09C4-6D23BFB65E51}"/>
                </a:ext>
              </a:extLst>
            </p:cNvPr>
            <p:cNvSpPr/>
            <p:nvPr/>
          </p:nvSpPr>
          <p:spPr>
            <a:xfrm>
              <a:off x="795200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7" name="Heart 46">
              <a:extLst>
                <a:ext uri="{FF2B5EF4-FFF2-40B4-BE49-F238E27FC236}">
                  <a16:creationId xmlns:a16="http://schemas.microsoft.com/office/drawing/2014/main" id="{35FAAAC0-2BE4-6767-6234-82566B1D718F}"/>
                </a:ext>
              </a:extLst>
            </p:cNvPr>
            <p:cNvSpPr/>
            <p:nvPr/>
          </p:nvSpPr>
          <p:spPr>
            <a:xfrm>
              <a:off x="506275" y="1803725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8" name="Heart 47">
              <a:extLst>
                <a:ext uri="{FF2B5EF4-FFF2-40B4-BE49-F238E27FC236}">
                  <a16:creationId xmlns:a16="http://schemas.microsoft.com/office/drawing/2014/main" id="{0773FD9D-BF65-9E0B-19D6-DE26C017333A}"/>
                </a:ext>
              </a:extLst>
            </p:cNvPr>
            <p:cNvSpPr/>
            <p:nvPr/>
          </p:nvSpPr>
          <p:spPr>
            <a:xfrm>
              <a:off x="650738" y="1803725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9" name="Heart 48">
              <a:extLst>
                <a:ext uri="{FF2B5EF4-FFF2-40B4-BE49-F238E27FC236}">
                  <a16:creationId xmlns:a16="http://schemas.microsoft.com/office/drawing/2014/main" id="{12179D94-4BCC-EFB9-40F2-0847A5D02C78}"/>
                </a:ext>
              </a:extLst>
            </p:cNvPr>
            <p:cNvSpPr/>
            <p:nvPr/>
          </p:nvSpPr>
          <p:spPr>
            <a:xfrm>
              <a:off x="795200" y="18032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0" name="Heart 49">
              <a:extLst>
                <a:ext uri="{FF2B5EF4-FFF2-40B4-BE49-F238E27FC236}">
                  <a16:creationId xmlns:a16="http://schemas.microsoft.com/office/drawing/2014/main" id="{F4CE8F1F-7DB5-1074-DB6B-05AC06E47263}"/>
                </a:ext>
              </a:extLst>
            </p:cNvPr>
            <p:cNvSpPr/>
            <p:nvPr/>
          </p:nvSpPr>
          <p:spPr>
            <a:xfrm>
              <a:off x="939663" y="18032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1" name="Heart 50">
              <a:extLst>
                <a:ext uri="{FF2B5EF4-FFF2-40B4-BE49-F238E27FC236}">
                  <a16:creationId xmlns:a16="http://schemas.microsoft.com/office/drawing/2014/main" id="{D4F8CD1F-2E85-865D-A4AF-93268C97EE9F}"/>
                </a:ext>
              </a:extLst>
            </p:cNvPr>
            <p:cNvSpPr/>
            <p:nvPr/>
          </p:nvSpPr>
          <p:spPr>
            <a:xfrm>
              <a:off x="506274" y="252524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2" name="Heart 51">
              <a:extLst>
                <a:ext uri="{FF2B5EF4-FFF2-40B4-BE49-F238E27FC236}">
                  <a16:creationId xmlns:a16="http://schemas.microsoft.com/office/drawing/2014/main" id="{C66D09E4-C185-BDD2-3652-A3FC03429B33}"/>
                </a:ext>
              </a:extLst>
            </p:cNvPr>
            <p:cNvSpPr/>
            <p:nvPr/>
          </p:nvSpPr>
          <p:spPr>
            <a:xfrm>
              <a:off x="650737" y="252524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3" name="Heart 52">
              <a:extLst>
                <a:ext uri="{FF2B5EF4-FFF2-40B4-BE49-F238E27FC236}">
                  <a16:creationId xmlns:a16="http://schemas.microsoft.com/office/drawing/2014/main" id="{AD6F2527-96B5-37EF-E107-182663B7A3E2}"/>
                </a:ext>
              </a:extLst>
            </p:cNvPr>
            <p:cNvSpPr/>
            <p:nvPr/>
          </p:nvSpPr>
          <p:spPr>
            <a:xfrm>
              <a:off x="795199" y="252478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4" name="Heart 53">
              <a:extLst>
                <a:ext uri="{FF2B5EF4-FFF2-40B4-BE49-F238E27FC236}">
                  <a16:creationId xmlns:a16="http://schemas.microsoft.com/office/drawing/2014/main" id="{B330093F-8DBE-8E4D-7349-1A914B0199F6}"/>
                </a:ext>
              </a:extLst>
            </p:cNvPr>
            <p:cNvSpPr/>
            <p:nvPr/>
          </p:nvSpPr>
          <p:spPr>
            <a:xfrm>
              <a:off x="939662" y="252478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5" name="Heart 54">
              <a:extLst>
                <a:ext uri="{FF2B5EF4-FFF2-40B4-BE49-F238E27FC236}">
                  <a16:creationId xmlns:a16="http://schemas.microsoft.com/office/drawing/2014/main" id="{1057D2D8-62A6-94E3-EA09-97751A1C8BDE}"/>
                </a:ext>
              </a:extLst>
            </p:cNvPr>
            <p:cNvSpPr/>
            <p:nvPr/>
          </p:nvSpPr>
          <p:spPr>
            <a:xfrm>
              <a:off x="1082537" y="252478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0DD6991-F04F-90D1-5C29-823F7C2A5309}"/>
                </a:ext>
              </a:extLst>
            </p:cNvPr>
            <p:cNvSpPr txBox="1"/>
            <p:nvPr/>
          </p:nvSpPr>
          <p:spPr>
            <a:xfrm>
              <a:off x="502444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833FEDC-D235-64F1-36D2-559D13DC5773}"/>
                </a:ext>
              </a:extLst>
            </p:cNvPr>
            <p:cNvSpPr txBox="1"/>
            <p:nvPr/>
          </p:nvSpPr>
          <p:spPr>
            <a:xfrm>
              <a:off x="646907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9FFA58F-2BC9-2CEF-A510-5AC7A24F6583}"/>
                </a:ext>
              </a:extLst>
            </p:cNvPr>
            <p:cNvSpPr txBox="1"/>
            <p:nvPr/>
          </p:nvSpPr>
          <p:spPr>
            <a:xfrm>
              <a:off x="791369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86B5F85-FDF1-62BD-E6FE-A51F4D1CCBE4}"/>
                </a:ext>
              </a:extLst>
            </p:cNvPr>
            <p:cNvSpPr txBox="1"/>
            <p:nvPr/>
          </p:nvSpPr>
          <p:spPr>
            <a:xfrm>
              <a:off x="502444" y="151130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Q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D9638AA-530B-7D5A-04F4-39BD8EDFE918}"/>
                </a:ext>
              </a:extLst>
            </p:cNvPr>
            <p:cNvSpPr txBox="1"/>
            <p:nvPr/>
          </p:nvSpPr>
          <p:spPr>
            <a:xfrm>
              <a:off x="646907" y="15113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Q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5AA2FAA-A585-ACCC-3F0D-EF9D03AA0E4C}"/>
                </a:ext>
              </a:extLst>
            </p:cNvPr>
            <p:cNvSpPr txBox="1"/>
            <p:nvPr/>
          </p:nvSpPr>
          <p:spPr>
            <a:xfrm>
              <a:off x="791369" y="15113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03F3C14-42B0-17F5-A998-045313DE7182}"/>
                </a:ext>
              </a:extLst>
            </p:cNvPr>
            <p:cNvSpPr txBox="1"/>
            <p:nvPr/>
          </p:nvSpPr>
          <p:spPr>
            <a:xfrm>
              <a:off x="935832" y="15113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B9E8F05-4242-0603-F3B7-E72E5BAE3AFB}"/>
                </a:ext>
              </a:extLst>
            </p:cNvPr>
            <p:cNvSpPr txBox="1"/>
            <p:nvPr/>
          </p:nvSpPr>
          <p:spPr>
            <a:xfrm>
              <a:off x="502443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2EF7738-90D4-D3F1-F749-7E8A2959553A}"/>
                </a:ext>
              </a:extLst>
            </p:cNvPr>
            <p:cNvSpPr txBox="1"/>
            <p:nvPr/>
          </p:nvSpPr>
          <p:spPr>
            <a:xfrm>
              <a:off x="646906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E23957E-5384-EB69-AF38-78FE9A4614E3}"/>
                </a:ext>
              </a:extLst>
            </p:cNvPr>
            <p:cNvSpPr txBox="1"/>
            <p:nvPr/>
          </p:nvSpPr>
          <p:spPr>
            <a:xfrm>
              <a:off x="791368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5957755-AAC1-E5D1-8888-5963ECFD3ADB}"/>
                </a:ext>
              </a:extLst>
            </p:cNvPr>
            <p:cNvSpPr txBox="1"/>
            <p:nvPr/>
          </p:nvSpPr>
          <p:spPr>
            <a:xfrm>
              <a:off x="935831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27249F8-8838-B807-08C3-B95B26FC4087}"/>
                </a:ext>
              </a:extLst>
            </p:cNvPr>
            <p:cNvSpPr txBox="1"/>
            <p:nvPr/>
          </p:nvSpPr>
          <p:spPr>
            <a:xfrm>
              <a:off x="502444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64146D2-4517-3926-E976-777623D804B4}"/>
                </a:ext>
              </a:extLst>
            </p:cNvPr>
            <p:cNvSpPr txBox="1"/>
            <p:nvPr/>
          </p:nvSpPr>
          <p:spPr>
            <a:xfrm>
              <a:off x="646907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E4C23FD-9BAF-6B7A-EB25-9EE14C62D4D6}"/>
                </a:ext>
              </a:extLst>
            </p:cNvPr>
            <p:cNvSpPr txBox="1"/>
            <p:nvPr/>
          </p:nvSpPr>
          <p:spPr>
            <a:xfrm>
              <a:off x="791369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2638B2B-A31B-C65C-5B0B-0A42D7335FBA}"/>
                </a:ext>
              </a:extLst>
            </p:cNvPr>
            <p:cNvSpPr txBox="1"/>
            <p:nvPr/>
          </p:nvSpPr>
          <p:spPr>
            <a:xfrm>
              <a:off x="935832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CC40826-3F80-A5EA-F7DD-C869C056640C}"/>
                </a:ext>
              </a:extLst>
            </p:cNvPr>
            <p:cNvSpPr txBox="1"/>
            <p:nvPr/>
          </p:nvSpPr>
          <p:spPr>
            <a:xfrm>
              <a:off x="1078707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D2F91F1-9E8F-9B40-1EEF-A0CD19661A3C}"/>
                </a:ext>
              </a:extLst>
            </p:cNvPr>
            <p:cNvSpPr txBox="1"/>
            <p:nvPr/>
          </p:nvSpPr>
          <p:spPr>
            <a:xfrm>
              <a:off x="502444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5E60FA1-FC61-39BA-7B52-83B249365F51}"/>
                </a:ext>
              </a:extLst>
            </p:cNvPr>
            <p:cNvSpPr txBox="1"/>
            <p:nvPr/>
          </p:nvSpPr>
          <p:spPr>
            <a:xfrm>
              <a:off x="646906" y="19431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D88A251-05A7-20F8-0A64-0DA9C2369077}"/>
                </a:ext>
              </a:extLst>
            </p:cNvPr>
            <p:cNvSpPr txBox="1"/>
            <p:nvPr/>
          </p:nvSpPr>
          <p:spPr>
            <a:xfrm>
              <a:off x="791369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5F7A6E1-3CF9-8677-57CE-AF36EFB07911}"/>
                </a:ext>
              </a:extLst>
            </p:cNvPr>
            <p:cNvSpPr txBox="1"/>
            <p:nvPr/>
          </p:nvSpPr>
          <p:spPr>
            <a:xfrm>
              <a:off x="645318" y="2375694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15882B8-CECB-364A-5A3C-AB3C8C30DFA3}"/>
                </a:ext>
              </a:extLst>
            </p:cNvPr>
            <p:cNvSpPr txBox="1"/>
            <p:nvPr/>
          </p:nvSpPr>
          <p:spPr>
            <a:xfrm>
              <a:off x="789781" y="2375693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CAF0762-6A9B-B72E-79E5-7668B081D3DC}"/>
                </a:ext>
              </a:extLst>
            </p:cNvPr>
            <p:cNvSpPr txBox="1"/>
            <p:nvPr/>
          </p:nvSpPr>
          <p:spPr>
            <a:xfrm>
              <a:off x="934243" y="2375693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2DD346B-59D0-389C-15E3-FE4A831091A5}"/>
                </a:ext>
              </a:extLst>
            </p:cNvPr>
            <p:cNvSpPr txBox="1"/>
            <p:nvPr/>
          </p:nvSpPr>
          <p:spPr>
            <a:xfrm>
              <a:off x="1078706" y="237569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6E890D2-463F-A32D-42B9-8305DE61DCAA}"/>
                </a:ext>
              </a:extLst>
            </p:cNvPr>
            <p:cNvSpPr txBox="1"/>
            <p:nvPr/>
          </p:nvSpPr>
          <p:spPr>
            <a:xfrm>
              <a:off x="502443" y="2375694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7F99210-663C-C943-3A74-85A1931433A1}"/>
                </a:ext>
              </a:extLst>
            </p:cNvPr>
            <p:cNvSpPr txBox="1"/>
            <p:nvPr/>
          </p:nvSpPr>
          <p:spPr>
            <a:xfrm>
              <a:off x="791369" y="28067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E4E49A8-38C3-9A59-8054-8C8F87FF75C7}"/>
                </a:ext>
              </a:extLst>
            </p:cNvPr>
            <p:cNvSpPr txBox="1"/>
            <p:nvPr/>
          </p:nvSpPr>
          <p:spPr>
            <a:xfrm>
              <a:off x="935832" y="28067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780D65F-D443-C260-EDCC-7AC54FB2C206}"/>
                </a:ext>
              </a:extLst>
            </p:cNvPr>
            <p:cNvSpPr txBox="1"/>
            <p:nvPr/>
          </p:nvSpPr>
          <p:spPr>
            <a:xfrm>
              <a:off x="502444" y="309562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1CDE5C9-EE19-4D6A-D3F9-7F805619F44F}"/>
                </a:ext>
              </a:extLst>
            </p:cNvPr>
            <p:cNvSpPr txBox="1"/>
            <p:nvPr/>
          </p:nvSpPr>
          <p:spPr>
            <a:xfrm>
              <a:off x="646907" y="30956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B577C31-6920-E242-57DD-ABCE8D33074B}"/>
                </a:ext>
              </a:extLst>
            </p:cNvPr>
            <p:cNvSpPr txBox="1"/>
            <p:nvPr/>
          </p:nvSpPr>
          <p:spPr>
            <a:xfrm>
              <a:off x="791369" y="309562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5321ADE-B8EF-8543-CD44-83F4394BBEB9}"/>
                </a:ext>
              </a:extLst>
            </p:cNvPr>
            <p:cNvSpPr txBox="1"/>
            <p:nvPr/>
          </p:nvSpPr>
          <p:spPr>
            <a:xfrm>
              <a:off x="935832" y="30956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F2AA0DF-5D8A-CF8B-5DC6-132146631192}"/>
                </a:ext>
              </a:extLst>
            </p:cNvPr>
            <p:cNvSpPr txBox="1"/>
            <p:nvPr/>
          </p:nvSpPr>
          <p:spPr>
            <a:xfrm>
              <a:off x="502444" y="107950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7D2959C-CCB7-95C4-9E20-EDF6FA16FF92}"/>
                </a:ext>
              </a:extLst>
            </p:cNvPr>
            <p:cNvSpPr txBox="1"/>
            <p:nvPr/>
          </p:nvSpPr>
          <p:spPr>
            <a:xfrm>
              <a:off x="646907" y="10795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8AD52304-DB2F-7D25-0372-78D15CC8E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8938" y="3101709"/>
              <a:ext cx="144000" cy="130708"/>
            </a:xfrm>
            <a:prstGeom prst="rect">
              <a:avLst/>
            </a:prstGeom>
          </p:spPr>
        </p:pic>
        <p:sp>
          <p:nvSpPr>
            <p:cNvPr id="89" name="Heart 88">
              <a:extLst>
                <a:ext uri="{FF2B5EF4-FFF2-40B4-BE49-F238E27FC236}">
                  <a16:creationId xmlns:a16="http://schemas.microsoft.com/office/drawing/2014/main" id="{ADF538CE-FE2B-B415-4F3F-4455BB73FB9C}"/>
                </a:ext>
              </a:extLst>
            </p:cNvPr>
            <p:cNvSpPr/>
            <p:nvPr/>
          </p:nvSpPr>
          <p:spPr>
            <a:xfrm>
              <a:off x="506275" y="295625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0" name="Heart 89">
              <a:extLst>
                <a:ext uri="{FF2B5EF4-FFF2-40B4-BE49-F238E27FC236}">
                  <a16:creationId xmlns:a16="http://schemas.microsoft.com/office/drawing/2014/main" id="{2A067315-D5B4-39F0-C008-4D5D29A1BADD}"/>
                </a:ext>
              </a:extLst>
            </p:cNvPr>
            <p:cNvSpPr/>
            <p:nvPr/>
          </p:nvSpPr>
          <p:spPr>
            <a:xfrm>
              <a:off x="650738" y="295625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1" name="Heart 90">
              <a:extLst>
                <a:ext uri="{FF2B5EF4-FFF2-40B4-BE49-F238E27FC236}">
                  <a16:creationId xmlns:a16="http://schemas.microsoft.com/office/drawing/2014/main" id="{914C5BF4-FC3D-FB30-BDD7-757D4AFCD3A5}"/>
                </a:ext>
              </a:extLst>
            </p:cNvPr>
            <p:cNvSpPr/>
            <p:nvPr/>
          </p:nvSpPr>
          <p:spPr>
            <a:xfrm>
              <a:off x="795200" y="2955789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2" name="Heart 91">
              <a:extLst>
                <a:ext uri="{FF2B5EF4-FFF2-40B4-BE49-F238E27FC236}">
                  <a16:creationId xmlns:a16="http://schemas.microsoft.com/office/drawing/2014/main" id="{FBDC2C22-B3B5-C1EB-5ED2-C5677707CA4E}"/>
                </a:ext>
              </a:extLst>
            </p:cNvPr>
            <p:cNvSpPr/>
            <p:nvPr/>
          </p:nvSpPr>
          <p:spPr>
            <a:xfrm>
              <a:off x="939663" y="2955789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3" name="Heart 92">
              <a:extLst>
                <a:ext uri="{FF2B5EF4-FFF2-40B4-BE49-F238E27FC236}">
                  <a16:creationId xmlns:a16="http://schemas.microsoft.com/office/drawing/2014/main" id="{BA38F550-3CE1-5C4E-81D7-626A7B985C90}"/>
                </a:ext>
              </a:extLst>
            </p:cNvPr>
            <p:cNvSpPr/>
            <p:nvPr/>
          </p:nvSpPr>
          <p:spPr>
            <a:xfrm>
              <a:off x="1082538" y="2955788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4" name="Heart 93">
              <a:extLst>
                <a:ext uri="{FF2B5EF4-FFF2-40B4-BE49-F238E27FC236}">
                  <a16:creationId xmlns:a16="http://schemas.microsoft.com/office/drawing/2014/main" id="{0A1970F8-E3A4-1D8B-F617-2E18392C09DA}"/>
                </a:ext>
              </a:extLst>
            </p:cNvPr>
            <p:cNvSpPr/>
            <p:nvPr/>
          </p:nvSpPr>
          <p:spPr>
            <a:xfrm>
              <a:off x="506275" y="2667326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5" name="Heart 94">
              <a:extLst>
                <a:ext uri="{FF2B5EF4-FFF2-40B4-BE49-F238E27FC236}">
                  <a16:creationId xmlns:a16="http://schemas.microsoft.com/office/drawing/2014/main" id="{21A8A4FE-8746-D84C-36D7-C4871D2CE7EF}"/>
                </a:ext>
              </a:extLst>
            </p:cNvPr>
            <p:cNvSpPr/>
            <p:nvPr/>
          </p:nvSpPr>
          <p:spPr>
            <a:xfrm>
              <a:off x="650738" y="2667326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6" name="Heart 95">
              <a:extLst>
                <a:ext uri="{FF2B5EF4-FFF2-40B4-BE49-F238E27FC236}">
                  <a16:creationId xmlns:a16="http://schemas.microsoft.com/office/drawing/2014/main" id="{9905E428-5D85-B12B-E49A-AF57637916D6}"/>
                </a:ext>
              </a:extLst>
            </p:cNvPr>
            <p:cNvSpPr/>
            <p:nvPr/>
          </p:nvSpPr>
          <p:spPr>
            <a:xfrm>
              <a:off x="795200" y="266686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7" name="Heart 96">
              <a:extLst>
                <a:ext uri="{FF2B5EF4-FFF2-40B4-BE49-F238E27FC236}">
                  <a16:creationId xmlns:a16="http://schemas.microsoft.com/office/drawing/2014/main" id="{84A41A56-8DCB-7022-DBA6-158819395A6B}"/>
                </a:ext>
              </a:extLst>
            </p:cNvPr>
            <p:cNvSpPr/>
            <p:nvPr/>
          </p:nvSpPr>
          <p:spPr>
            <a:xfrm>
              <a:off x="939663" y="266686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8" name="Heart 97">
              <a:extLst>
                <a:ext uri="{FF2B5EF4-FFF2-40B4-BE49-F238E27FC236}">
                  <a16:creationId xmlns:a16="http://schemas.microsoft.com/office/drawing/2014/main" id="{F6C84055-F709-756A-03C4-07B3DD6D4A81}"/>
                </a:ext>
              </a:extLst>
            </p:cNvPr>
            <p:cNvSpPr/>
            <p:nvPr/>
          </p:nvSpPr>
          <p:spPr>
            <a:xfrm>
              <a:off x="506275" y="20910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9" name="Heart 98">
              <a:extLst>
                <a:ext uri="{FF2B5EF4-FFF2-40B4-BE49-F238E27FC236}">
                  <a16:creationId xmlns:a16="http://schemas.microsoft.com/office/drawing/2014/main" id="{A0E6149C-338C-3DEB-2A39-1B0290DDB824}"/>
                </a:ext>
              </a:extLst>
            </p:cNvPr>
            <p:cNvSpPr/>
            <p:nvPr/>
          </p:nvSpPr>
          <p:spPr>
            <a:xfrm>
              <a:off x="650738" y="20910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0" name="Heart 99">
              <a:extLst>
                <a:ext uri="{FF2B5EF4-FFF2-40B4-BE49-F238E27FC236}">
                  <a16:creationId xmlns:a16="http://schemas.microsoft.com/office/drawing/2014/main" id="{2DD90E45-6558-A755-3F20-CC79F511D6C6}"/>
                </a:ext>
              </a:extLst>
            </p:cNvPr>
            <p:cNvSpPr/>
            <p:nvPr/>
          </p:nvSpPr>
          <p:spPr>
            <a:xfrm>
              <a:off x="795200" y="209060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94C117B-B7D6-E0B2-660D-CF4901023394}"/>
                </a:ext>
              </a:extLst>
            </p:cNvPr>
            <p:cNvSpPr txBox="1"/>
            <p:nvPr/>
          </p:nvSpPr>
          <p:spPr>
            <a:xfrm>
              <a:off x="502444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02BD0E6-B921-9E43-0EEC-394856635F8E}"/>
                </a:ext>
              </a:extLst>
            </p:cNvPr>
            <p:cNvSpPr txBox="1"/>
            <p:nvPr/>
          </p:nvSpPr>
          <p:spPr>
            <a:xfrm>
              <a:off x="646907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45CDB5F-81F0-6565-690E-5D1FF3C38139}"/>
                </a:ext>
              </a:extLst>
            </p:cNvPr>
            <p:cNvSpPr txBox="1"/>
            <p:nvPr/>
          </p:nvSpPr>
          <p:spPr>
            <a:xfrm>
              <a:off x="791369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1B7C9E84-EF60-BAFF-B9DC-13CE0E794828}"/>
                </a:ext>
              </a:extLst>
            </p:cNvPr>
            <p:cNvSpPr txBox="1"/>
            <p:nvPr/>
          </p:nvSpPr>
          <p:spPr>
            <a:xfrm>
              <a:off x="935832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E1437433-B418-8B57-50D5-B268E3816ECB}"/>
                </a:ext>
              </a:extLst>
            </p:cNvPr>
            <p:cNvSpPr txBox="1"/>
            <p:nvPr/>
          </p:nvSpPr>
          <p:spPr>
            <a:xfrm>
              <a:off x="1078707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426ADD0-36CA-5E08-1E1B-50CB43D4C121}"/>
                </a:ext>
              </a:extLst>
            </p:cNvPr>
            <p:cNvSpPr txBox="1"/>
            <p:nvPr/>
          </p:nvSpPr>
          <p:spPr>
            <a:xfrm>
              <a:off x="502444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E9E170F-62E4-A0E5-EFE4-1533A5DD9478}"/>
                </a:ext>
              </a:extLst>
            </p:cNvPr>
            <p:cNvSpPr txBox="1"/>
            <p:nvPr/>
          </p:nvSpPr>
          <p:spPr>
            <a:xfrm>
              <a:off x="646907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BF9F5744-3069-4964-48E7-4E37F734AE2E}"/>
                </a:ext>
              </a:extLst>
            </p:cNvPr>
            <p:cNvSpPr txBox="1"/>
            <p:nvPr/>
          </p:nvSpPr>
          <p:spPr>
            <a:xfrm>
              <a:off x="791369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D88DAAC-D74E-B0DB-3C22-676E19834360}"/>
                </a:ext>
              </a:extLst>
            </p:cNvPr>
            <p:cNvSpPr txBox="1"/>
            <p:nvPr/>
          </p:nvSpPr>
          <p:spPr>
            <a:xfrm>
              <a:off x="935832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82099A1-944F-0D76-CD9A-1FCBA2B15B47}"/>
                </a:ext>
              </a:extLst>
            </p:cNvPr>
            <p:cNvSpPr txBox="1"/>
            <p:nvPr/>
          </p:nvSpPr>
          <p:spPr>
            <a:xfrm>
              <a:off x="502444" y="2086769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F28CF59-0C0B-1960-EF6D-CC8FD20A6AE2}"/>
                </a:ext>
              </a:extLst>
            </p:cNvPr>
            <p:cNvSpPr txBox="1"/>
            <p:nvPr/>
          </p:nvSpPr>
          <p:spPr>
            <a:xfrm>
              <a:off x="646907" y="2086769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23B858F2-C912-A9BB-D78F-554CB0CAFF4C}"/>
                </a:ext>
              </a:extLst>
            </p:cNvPr>
            <p:cNvSpPr txBox="1"/>
            <p:nvPr/>
          </p:nvSpPr>
          <p:spPr>
            <a:xfrm>
              <a:off x="791369" y="2086769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6B07E519-8C67-31C7-A117-88A0EFEB312D}"/>
                </a:ext>
              </a:extLst>
            </p:cNvPr>
            <p:cNvSpPr txBox="1"/>
            <p:nvPr/>
          </p:nvSpPr>
          <p:spPr>
            <a:xfrm>
              <a:off x="431801" y="611088"/>
              <a:ext cx="863600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Example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8D51F00-195D-2AC0-606E-DEE4DB83C41B}"/>
              </a:ext>
            </a:extLst>
          </p:cNvPr>
          <p:cNvGrpSpPr/>
          <p:nvPr/>
        </p:nvGrpSpPr>
        <p:grpSpPr>
          <a:xfrm rot="16200000">
            <a:off x="7434262" y="2411413"/>
            <a:ext cx="2879726" cy="2736850"/>
            <a:chOff x="179388" y="574675"/>
            <a:chExt cx="2879726" cy="2736850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9D65DE8-6961-163B-9356-C3006EDCCE30}"/>
                </a:ext>
              </a:extLst>
            </p:cNvPr>
            <p:cNvSpPr/>
            <p:nvPr/>
          </p:nvSpPr>
          <p:spPr>
            <a:xfrm>
              <a:off x="179388" y="574675"/>
              <a:ext cx="2879726" cy="2736850"/>
            </a:xfrm>
            <a:prstGeom prst="rect">
              <a:avLst/>
            </a:prstGeom>
            <a:noFill/>
            <a:ln w="72000">
              <a:solidFill>
                <a:schemeClr val="bg1">
                  <a:alpha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cap="all"/>
            </a:p>
          </p:txBody>
        </p: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3B6F674D-8572-6B5A-9D33-C5E9CE364AA2}"/>
                </a:ext>
              </a:extLst>
            </p:cNvPr>
            <p:cNvCxnSpPr>
              <a:cxnSpLocks/>
            </p:cNvCxnSpPr>
            <p:nvPr/>
          </p:nvCxnSpPr>
          <p:spPr>
            <a:xfrm>
              <a:off x="215325" y="863600"/>
              <a:ext cx="2808863" cy="0"/>
            </a:xfrm>
            <a:prstGeom prst="line">
              <a:avLst/>
            </a:prstGeom>
            <a:ln w="72000">
              <a:solidFill>
                <a:schemeClr val="bg1">
                  <a:alpha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6EA08EC-C4F6-9DC4-CA13-56F60EF4FE59}"/>
                </a:ext>
              </a:extLst>
            </p:cNvPr>
            <p:cNvSpPr txBox="1"/>
            <p:nvPr/>
          </p:nvSpPr>
          <p:spPr>
            <a:xfrm>
              <a:off x="215900" y="611188"/>
              <a:ext cx="216000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#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61B8581F-A93B-6491-3D62-639E43911A40}"/>
                </a:ext>
              </a:extLst>
            </p:cNvPr>
            <p:cNvSpPr txBox="1"/>
            <p:nvPr/>
          </p:nvSpPr>
          <p:spPr>
            <a:xfrm>
              <a:off x="215800" y="93503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E1E8EBC9-DD4E-2713-F666-BF7CEE1679A1}"/>
                </a:ext>
              </a:extLst>
            </p:cNvPr>
            <p:cNvSpPr txBox="1"/>
            <p:nvPr/>
          </p:nvSpPr>
          <p:spPr>
            <a:xfrm>
              <a:off x="215900" y="1079500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D76173B3-6D42-EC07-5414-62D3E888C7B8}"/>
                </a:ext>
              </a:extLst>
            </p:cNvPr>
            <p:cNvSpPr txBox="1"/>
            <p:nvPr/>
          </p:nvSpPr>
          <p:spPr>
            <a:xfrm>
              <a:off x="215900" y="122555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1708EE2-6F6E-B4E6-012C-538B3120BCEF}"/>
                </a:ext>
              </a:extLst>
            </p:cNvPr>
            <p:cNvSpPr txBox="1"/>
            <p:nvPr/>
          </p:nvSpPr>
          <p:spPr>
            <a:xfrm>
              <a:off x="215900" y="136683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E0ED7657-B084-2289-31DF-104C95631EFF}"/>
                </a:ext>
              </a:extLst>
            </p:cNvPr>
            <p:cNvSpPr txBox="1"/>
            <p:nvPr/>
          </p:nvSpPr>
          <p:spPr>
            <a:xfrm>
              <a:off x="215800" y="1511300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21E1F71A-53B0-233D-FECA-292468B50770}"/>
                </a:ext>
              </a:extLst>
            </p:cNvPr>
            <p:cNvSpPr txBox="1"/>
            <p:nvPr/>
          </p:nvSpPr>
          <p:spPr>
            <a:xfrm>
              <a:off x="215900" y="16557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473EDECD-34BF-7515-6950-D579A5D339D9}"/>
                </a:ext>
              </a:extLst>
            </p:cNvPr>
            <p:cNvSpPr txBox="1"/>
            <p:nvPr/>
          </p:nvSpPr>
          <p:spPr>
            <a:xfrm>
              <a:off x="215900" y="1800225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A25131B7-3BA7-BBA1-BC9F-D3FAC4906CE5}"/>
                </a:ext>
              </a:extLst>
            </p:cNvPr>
            <p:cNvSpPr txBox="1"/>
            <p:nvPr/>
          </p:nvSpPr>
          <p:spPr>
            <a:xfrm>
              <a:off x="215900" y="194310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C2A353BF-A767-4AC8-A118-26FEEC5F8F0C}"/>
                </a:ext>
              </a:extLst>
            </p:cNvPr>
            <p:cNvSpPr txBox="1"/>
            <p:nvPr/>
          </p:nvSpPr>
          <p:spPr>
            <a:xfrm>
              <a:off x="215900" y="20875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D4BC9575-5887-9E0E-55B4-EBD7ADB5139C}"/>
                </a:ext>
              </a:extLst>
            </p:cNvPr>
            <p:cNvSpPr txBox="1"/>
            <p:nvPr/>
          </p:nvSpPr>
          <p:spPr>
            <a:xfrm>
              <a:off x="215800" y="2232025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10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76B8C79-C0E0-9625-79BD-39027FEF6BE7}"/>
                </a:ext>
              </a:extLst>
            </p:cNvPr>
            <p:cNvSpPr txBox="1"/>
            <p:nvPr/>
          </p:nvSpPr>
          <p:spPr>
            <a:xfrm>
              <a:off x="215900" y="237490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11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0FD23504-6519-558A-E424-C0FE690C942A}"/>
                </a:ext>
              </a:extLst>
            </p:cNvPr>
            <p:cNvSpPr txBox="1"/>
            <p:nvPr/>
          </p:nvSpPr>
          <p:spPr>
            <a:xfrm>
              <a:off x="215800" y="252095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12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5DD6992A-129E-D837-3A38-FBF43F42DAD1}"/>
                </a:ext>
              </a:extLst>
            </p:cNvPr>
            <p:cNvSpPr txBox="1"/>
            <p:nvPr/>
          </p:nvSpPr>
          <p:spPr>
            <a:xfrm>
              <a:off x="215800" y="2663826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13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B9248797-A280-DDB3-8AAD-7AC542EB406D}"/>
                </a:ext>
              </a:extLst>
            </p:cNvPr>
            <p:cNvSpPr txBox="1"/>
            <p:nvPr/>
          </p:nvSpPr>
          <p:spPr>
            <a:xfrm>
              <a:off x="215800" y="280828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14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69D8D5E6-0F35-7B29-45FD-45001E2ACDB7}"/>
                </a:ext>
              </a:extLst>
            </p:cNvPr>
            <p:cNvSpPr txBox="1"/>
            <p:nvPr/>
          </p:nvSpPr>
          <p:spPr>
            <a:xfrm>
              <a:off x="215900" y="29511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15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3EF85D73-8CD9-574C-E396-DCC7DD011EAD}"/>
                </a:ext>
              </a:extLst>
            </p:cNvPr>
            <p:cNvSpPr txBox="1"/>
            <p:nvPr/>
          </p:nvSpPr>
          <p:spPr>
            <a:xfrm>
              <a:off x="215800" y="3095626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16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C8513DF3-2BD1-C363-0428-2F0B9B654038}"/>
                </a:ext>
              </a:extLst>
            </p:cNvPr>
            <p:cNvSpPr txBox="1"/>
            <p:nvPr/>
          </p:nvSpPr>
          <p:spPr>
            <a:xfrm>
              <a:off x="1295399" y="611088"/>
              <a:ext cx="1728789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Hand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0407F738-52A0-5192-F0A9-36D859E5E43A}"/>
                </a:ext>
              </a:extLst>
            </p:cNvPr>
            <p:cNvSpPr txBox="1"/>
            <p:nvPr/>
          </p:nvSpPr>
          <p:spPr>
            <a:xfrm>
              <a:off x="1295400" y="9350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Single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E89CF8E6-1105-714E-B298-BA63B0381964}"/>
                </a:ext>
              </a:extLst>
            </p:cNvPr>
            <p:cNvSpPr txBox="1"/>
            <p:nvPr/>
          </p:nvSpPr>
          <p:spPr>
            <a:xfrm>
              <a:off x="1295401" y="10795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Pair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91ECCD95-B3C1-BC66-A053-A86AB73CC61E}"/>
                </a:ext>
              </a:extLst>
            </p:cNvPr>
            <p:cNvSpPr txBox="1"/>
            <p:nvPr/>
          </p:nvSpPr>
          <p:spPr>
            <a:xfrm>
              <a:off x="1295401" y="1222376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Flush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D4435161-2FAD-1C77-3DD9-F917D028E13A}"/>
                </a:ext>
              </a:extLst>
            </p:cNvPr>
            <p:cNvSpPr txBox="1"/>
            <p:nvPr/>
          </p:nvSpPr>
          <p:spPr>
            <a:xfrm>
              <a:off x="1295401" y="13668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Straight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40D4B99-066B-86F7-91E4-4A2431794C9D}"/>
                </a:ext>
              </a:extLst>
            </p:cNvPr>
            <p:cNvSpPr txBox="1"/>
            <p:nvPr/>
          </p:nvSpPr>
          <p:spPr>
            <a:xfrm>
              <a:off x="1295401" y="15113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Two Pair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5D4F3674-2C98-96C9-F79C-73AEF5992B2C}"/>
                </a:ext>
              </a:extLst>
            </p:cNvPr>
            <p:cNvSpPr txBox="1"/>
            <p:nvPr/>
          </p:nvSpPr>
          <p:spPr>
            <a:xfrm>
              <a:off x="1295401" y="1800226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Flush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A27EE79C-CFEA-BE49-8FC2-7A8E1317CBE8}"/>
                </a:ext>
              </a:extLst>
            </p:cNvPr>
            <p:cNvSpPr txBox="1"/>
            <p:nvPr/>
          </p:nvSpPr>
          <p:spPr>
            <a:xfrm>
              <a:off x="1295400" y="1654969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Straight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8B4FA638-AD06-058E-D48D-2ED4FC2D0D9B}"/>
                </a:ext>
              </a:extLst>
            </p:cNvPr>
            <p:cNvSpPr txBox="1"/>
            <p:nvPr/>
          </p:nvSpPr>
          <p:spPr>
            <a:xfrm>
              <a:off x="1295401" y="19431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of a Kind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EB93AEDA-DF2A-BD20-4991-19BE4AFAFB15}"/>
                </a:ext>
              </a:extLst>
            </p:cNvPr>
            <p:cNvSpPr txBox="1"/>
            <p:nvPr/>
          </p:nvSpPr>
          <p:spPr>
            <a:xfrm>
              <a:off x="1295401" y="20875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Straight Flush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7C1DCA6-FDAF-3F71-2672-2B045B9335DB}"/>
                </a:ext>
              </a:extLst>
            </p:cNvPr>
            <p:cNvSpPr txBox="1"/>
            <p:nvPr/>
          </p:nvSpPr>
          <p:spPr>
            <a:xfrm>
              <a:off x="1295401" y="2232025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Straight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1379034-A800-C5F1-0525-F11FA1580425}"/>
                </a:ext>
              </a:extLst>
            </p:cNvPr>
            <p:cNvSpPr txBox="1"/>
            <p:nvPr/>
          </p:nvSpPr>
          <p:spPr>
            <a:xfrm>
              <a:off x="1295400" y="2520157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Flush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BF68374-988B-FC5D-C115-748B28DD359C}"/>
                </a:ext>
              </a:extLst>
            </p:cNvPr>
            <p:cNvSpPr txBox="1"/>
            <p:nvPr/>
          </p:nvSpPr>
          <p:spPr>
            <a:xfrm>
              <a:off x="1295400" y="2375694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Full House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E45B2F60-6BA0-768F-1A18-3CD88EEDA06A}"/>
                </a:ext>
              </a:extLst>
            </p:cNvPr>
            <p:cNvSpPr txBox="1"/>
            <p:nvPr/>
          </p:nvSpPr>
          <p:spPr>
            <a:xfrm>
              <a:off x="1295401" y="2663826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Straight Flush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FC986E4E-1B5C-507C-693A-FE21C89E951C}"/>
                </a:ext>
              </a:extLst>
            </p:cNvPr>
            <p:cNvSpPr txBox="1"/>
            <p:nvPr/>
          </p:nvSpPr>
          <p:spPr>
            <a:xfrm>
              <a:off x="1295401" y="28067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of a Kind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57DB9383-0245-5BD8-8F68-0855FB04C85B}"/>
                </a:ext>
              </a:extLst>
            </p:cNvPr>
            <p:cNvSpPr txBox="1"/>
            <p:nvPr/>
          </p:nvSpPr>
          <p:spPr>
            <a:xfrm>
              <a:off x="1295401" y="29511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Straight Flush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37247BF2-4CBC-0475-39E6-1D720F740B29}"/>
                </a:ext>
              </a:extLst>
            </p:cNvPr>
            <p:cNvSpPr txBox="1"/>
            <p:nvPr/>
          </p:nvSpPr>
          <p:spPr>
            <a:xfrm>
              <a:off x="1295401" y="3095625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of a Kind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CFC570AC-F820-324B-2598-7B7623E94FA4}"/>
                </a:ext>
              </a:extLst>
            </p:cNvPr>
            <p:cNvSpPr txBox="1"/>
            <p:nvPr/>
          </p:nvSpPr>
          <p:spPr>
            <a:xfrm>
              <a:off x="503238" y="9350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J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7D3C989F-C9B4-93A0-C85C-5EA1A93AD76F}"/>
                </a:ext>
              </a:extLst>
            </p:cNvPr>
            <p:cNvSpPr txBox="1"/>
            <p:nvPr/>
          </p:nvSpPr>
          <p:spPr>
            <a:xfrm>
              <a:off x="502444" y="28067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8493D662-CFD9-B385-FFEF-DC31C9F4AFA5}"/>
                </a:ext>
              </a:extLst>
            </p:cNvPr>
            <p:cNvSpPr txBox="1"/>
            <p:nvPr/>
          </p:nvSpPr>
          <p:spPr>
            <a:xfrm>
              <a:off x="646907" y="28067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154" name="Heart 153">
              <a:extLst>
                <a:ext uri="{FF2B5EF4-FFF2-40B4-BE49-F238E27FC236}">
                  <a16:creationId xmlns:a16="http://schemas.microsoft.com/office/drawing/2014/main" id="{8EAEFBB0-F677-3BF8-E64A-D65C3780EDAF}"/>
                </a:ext>
              </a:extLst>
            </p:cNvPr>
            <p:cNvSpPr/>
            <p:nvPr/>
          </p:nvSpPr>
          <p:spPr>
            <a:xfrm>
              <a:off x="506275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5" name="Heart 154">
              <a:extLst>
                <a:ext uri="{FF2B5EF4-FFF2-40B4-BE49-F238E27FC236}">
                  <a16:creationId xmlns:a16="http://schemas.microsoft.com/office/drawing/2014/main" id="{4A467A27-8D14-358C-E239-FB72E4AB6CAD}"/>
                </a:ext>
              </a:extLst>
            </p:cNvPr>
            <p:cNvSpPr/>
            <p:nvPr/>
          </p:nvSpPr>
          <p:spPr>
            <a:xfrm>
              <a:off x="650738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6" name="Heart 155">
              <a:extLst>
                <a:ext uri="{FF2B5EF4-FFF2-40B4-BE49-F238E27FC236}">
                  <a16:creationId xmlns:a16="http://schemas.microsoft.com/office/drawing/2014/main" id="{620F9A06-CF11-330B-61E1-0C204B9F4E6E}"/>
                </a:ext>
              </a:extLst>
            </p:cNvPr>
            <p:cNvSpPr/>
            <p:nvPr/>
          </p:nvSpPr>
          <p:spPr>
            <a:xfrm>
              <a:off x="795200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7" name="Heart 156">
              <a:extLst>
                <a:ext uri="{FF2B5EF4-FFF2-40B4-BE49-F238E27FC236}">
                  <a16:creationId xmlns:a16="http://schemas.microsoft.com/office/drawing/2014/main" id="{24232378-DF2E-043D-BB05-88F0FCDAFA97}"/>
                </a:ext>
              </a:extLst>
            </p:cNvPr>
            <p:cNvSpPr/>
            <p:nvPr/>
          </p:nvSpPr>
          <p:spPr>
            <a:xfrm>
              <a:off x="506275" y="1803725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8" name="Heart 157">
              <a:extLst>
                <a:ext uri="{FF2B5EF4-FFF2-40B4-BE49-F238E27FC236}">
                  <a16:creationId xmlns:a16="http://schemas.microsoft.com/office/drawing/2014/main" id="{4117FF23-59F2-8B9F-B2FF-76EDD77C11F0}"/>
                </a:ext>
              </a:extLst>
            </p:cNvPr>
            <p:cNvSpPr/>
            <p:nvPr/>
          </p:nvSpPr>
          <p:spPr>
            <a:xfrm>
              <a:off x="650738" y="1803725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9" name="Heart 158">
              <a:extLst>
                <a:ext uri="{FF2B5EF4-FFF2-40B4-BE49-F238E27FC236}">
                  <a16:creationId xmlns:a16="http://schemas.microsoft.com/office/drawing/2014/main" id="{47205600-7902-7B99-BF99-70531E9E0286}"/>
                </a:ext>
              </a:extLst>
            </p:cNvPr>
            <p:cNvSpPr/>
            <p:nvPr/>
          </p:nvSpPr>
          <p:spPr>
            <a:xfrm>
              <a:off x="795200" y="18032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0" name="Heart 159">
              <a:extLst>
                <a:ext uri="{FF2B5EF4-FFF2-40B4-BE49-F238E27FC236}">
                  <a16:creationId xmlns:a16="http://schemas.microsoft.com/office/drawing/2014/main" id="{848492F4-489C-8012-A8AB-04DC1DA123A6}"/>
                </a:ext>
              </a:extLst>
            </p:cNvPr>
            <p:cNvSpPr/>
            <p:nvPr/>
          </p:nvSpPr>
          <p:spPr>
            <a:xfrm>
              <a:off x="939663" y="18032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1" name="Heart 160">
              <a:extLst>
                <a:ext uri="{FF2B5EF4-FFF2-40B4-BE49-F238E27FC236}">
                  <a16:creationId xmlns:a16="http://schemas.microsoft.com/office/drawing/2014/main" id="{FD28721E-B7A2-4FA6-EE0F-7C1B86F6BBDF}"/>
                </a:ext>
              </a:extLst>
            </p:cNvPr>
            <p:cNvSpPr/>
            <p:nvPr/>
          </p:nvSpPr>
          <p:spPr>
            <a:xfrm>
              <a:off x="506274" y="252524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2" name="Heart 161">
              <a:extLst>
                <a:ext uri="{FF2B5EF4-FFF2-40B4-BE49-F238E27FC236}">
                  <a16:creationId xmlns:a16="http://schemas.microsoft.com/office/drawing/2014/main" id="{D04E6C94-8078-70AF-155C-380807C3D18D}"/>
                </a:ext>
              </a:extLst>
            </p:cNvPr>
            <p:cNvSpPr/>
            <p:nvPr/>
          </p:nvSpPr>
          <p:spPr>
            <a:xfrm>
              <a:off x="650737" y="252524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3" name="Heart 162">
              <a:extLst>
                <a:ext uri="{FF2B5EF4-FFF2-40B4-BE49-F238E27FC236}">
                  <a16:creationId xmlns:a16="http://schemas.microsoft.com/office/drawing/2014/main" id="{D03E5C56-5DCC-4BAA-0054-B9666A7BD8E9}"/>
                </a:ext>
              </a:extLst>
            </p:cNvPr>
            <p:cNvSpPr/>
            <p:nvPr/>
          </p:nvSpPr>
          <p:spPr>
            <a:xfrm>
              <a:off x="795199" y="252478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4" name="Heart 163">
              <a:extLst>
                <a:ext uri="{FF2B5EF4-FFF2-40B4-BE49-F238E27FC236}">
                  <a16:creationId xmlns:a16="http://schemas.microsoft.com/office/drawing/2014/main" id="{F2BF8CEC-0955-9A82-04C4-6C55B731745F}"/>
                </a:ext>
              </a:extLst>
            </p:cNvPr>
            <p:cNvSpPr/>
            <p:nvPr/>
          </p:nvSpPr>
          <p:spPr>
            <a:xfrm>
              <a:off x="939662" y="252478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5" name="Heart 164">
              <a:extLst>
                <a:ext uri="{FF2B5EF4-FFF2-40B4-BE49-F238E27FC236}">
                  <a16:creationId xmlns:a16="http://schemas.microsoft.com/office/drawing/2014/main" id="{880D6F1A-90ED-F621-5BA0-F7AEFB2BF30E}"/>
                </a:ext>
              </a:extLst>
            </p:cNvPr>
            <p:cNvSpPr/>
            <p:nvPr/>
          </p:nvSpPr>
          <p:spPr>
            <a:xfrm>
              <a:off x="1082537" y="252478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E38F0332-92CA-FA54-71C1-BAC2C8FC3B48}"/>
                </a:ext>
              </a:extLst>
            </p:cNvPr>
            <p:cNvSpPr txBox="1"/>
            <p:nvPr/>
          </p:nvSpPr>
          <p:spPr>
            <a:xfrm>
              <a:off x="502444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AF3F1474-7680-4D3D-E351-A6714AF5C530}"/>
                </a:ext>
              </a:extLst>
            </p:cNvPr>
            <p:cNvSpPr txBox="1"/>
            <p:nvPr/>
          </p:nvSpPr>
          <p:spPr>
            <a:xfrm>
              <a:off x="646907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526B3995-3528-0713-EDC0-63B7A2CB21AA}"/>
                </a:ext>
              </a:extLst>
            </p:cNvPr>
            <p:cNvSpPr txBox="1"/>
            <p:nvPr/>
          </p:nvSpPr>
          <p:spPr>
            <a:xfrm>
              <a:off x="791369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83CA38FB-3F8C-565B-FBF1-64CFDBD29F0D}"/>
                </a:ext>
              </a:extLst>
            </p:cNvPr>
            <p:cNvSpPr txBox="1"/>
            <p:nvPr/>
          </p:nvSpPr>
          <p:spPr>
            <a:xfrm>
              <a:off x="502444" y="151130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Q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598FFF82-6E66-EB4F-34A3-C0F93484705F}"/>
                </a:ext>
              </a:extLst>
            </p:cNvPr>
            <p:cNvSpPr txBox="1"/>
            <p:nvPr/>
          </p:nvSpPr>
          <p:spPr>
            <a:xfrm>
              <a:off x="646907" y="15113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Q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A6DA8948-E81A-8367-E593-024028BDEA5F}"/>
                </a:ext>
              </a:extLst>
            </p:cNvPr>
            <p:cNvSpPr txBox="1"/>
            <p:nvPr/>
          </p:nvSpPr>
          <p:spPr>
            <a:xfrm>
              <a:off x="791369" y="15113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D946CD1A-E0A9-E147-CCE4-40E16578A956}"/>
                </a:ext>
              </a:extLst>
            </p:cNvPr>
            <p:cNvSpPr txBox="1"/>
            <p:nvPr/>
          </p:nvSpPr>
          <p:spPr>
            <a:xfrm>
              <a:off x="935832" y="15113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C10C664B-E38C-D241-41E0-5519BAC33F1B}"/>
                </a:ext>
              </a:extLst>
            </p:cNvPr>
            <p:cNvSpPr txBox="1"/>
            <p:nvPr/>
          </p:nvSpPr>
          <p:spPr>
            <a:xfrm>
              <a:off x="502443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199E9D22-5814-355D-B6A3-BEA534D0932B}"/>
                </a:ext>
              </a:extLst>
            </p:cNvPr>
            <p:cNvSpPr txBox="1"/>
            <p:nvPr/>
          </p:nvSpPr>
          <p:spPr>
            <a:xfrm>
              <a:off x="646906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18B53FD3-8ADD-AA7F-1861-FBDB032D1D05}"/>
                </a:ext>
              </a:extLst>
            </p:cNvPr>
            <p:cNvSpPr txBox="1"/>
            <p:nvPr/>
          </p:nvSpPr>
          <p:spPr>
            <a:xfrm>
              <a:off x="791368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E286FBFA-6125-4754-422D-FA1CD1B7E5D6}"/>
                </a:ext>
              </a:extLst>
            </p:cNvPr>
            <p:cNvSpPr txBox="1"/>
            <p:nvPr/>
          </p:nvSpPr>
          <p:spPr>
            <a:xfrm>
              <a:off x="935831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4297BB58-F549-B521-2F62-136B3828B254}"/>
                </a:ext>
              </a:extLst>
            </p:cNvPr>
            <p:cNvSpPr txBox="1"/>
            <p:nvPr/>
          </p:nvSpPr>
          <p:spPr>
            <a:xfrm>
              <a:off x="502444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02361768-BBCA-9993-B75C-EF37706885A2}"/>
                </a:ext>
              </a:extLst>
            </p:cNvPr>
            <p:cNvSpPr txBox="1"/>
            <p:nvPr/>
          </p:nvSpPr>
          <p:spPr>
            <a:xfrm>
              <a:off x="646907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09FE016D-4BD4-0ECB-63E1-2E2968F09905}"/>
                </a:ext>
              </a:extLst>
            </p:cNvPr>
            <p:cNvSpPr txBox="1"/>
            <p:nvPr/>
          </p:nvSpPr>
          <p:spPr>
            <a:xfrm>
              <a:off x="791369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DE512112-00FE-E3B9-4B64-083E99F02EC1}"/>
                </a:ext>
              </a:extLst>
            </p:cNvPr>
            <p:cNvSpPr txBox="1"/>
            <p:nvPr/>
          </p:nvSpPr>
          <p:spPr>
            <a:xfrm>
              <a:off x="935832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E68BCE52-A1B1-C376-FF4D-FDFCCFD368BD}"/>
                </a:ext>
              </a:extLst>
            </p:cNvPr>
            <p:cNvSpPr txBox="1"/>
            <p:nvPr/>
          </p:nvSpPr>
          <p:spPr>
            <a:xfrm>
              <a:off x="1078707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C10C81ED-5E6D-5007-7220-4ED3568A6505}"/>
                </a:ext>
              </a:extLst>
            </p:cNvPr>
            <p:cNvSpPr txBox="1"/>
            <p:nvPr/>
          </p:nvSpPr>
          <p:spPr>
            <a:xfrm>
              <a:off x="502444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E2380BC3-9C21-4C14-C491-6B526A0A286C}"/>
                </a:ext>
              </a:extLst>
            </p:cNvPr>
            <p:cNvSpPr txBox="1"/>
            <p:nvPr/>
          </p:nvSpPr>
          <p:spPr>
            <a:xfrm>
              <a:off x="646906" y="19431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8A06CD7D-632A-7825-9D07-F3C9CA60D5D5}"/>
                </a:ext>
              </a:extLst>
            </p:cNvPr>
            <p:cNvSpPr txBox="1"/>
            <p:nvPr/>
          </p:nvSpPr>
          <p:spPr>
            <a:xfrm>
              <a:off x="791369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1BBD83E-BF09-F343-A7DA-B01E266D3649}"/>
                </a:ext>
              </a:extLst>
            </p:cNvPr>
            <p:cNvSpPr txBox="1"/>
            <p:nvPr/>
          </p:nvSpPr>
          <p:spPr>
            <a:xfrm>
              <a:off x="645318" y="2375694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B498B4B2-030C-7E55-56C0-CB1F9707B488}"/>
                </a:ext>
              </a:extLst>
            </p:cNvPr>
            <p:cNvSpPr txBox="1"/>
            <p:nvPr/>
          </p:nvSpPr>
          <p:spPr>
            <a:xfrm>
              <a:off x="789781" y="2375693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AEDE63A1-24F6-4500-2243-908ED4DB57D0}"/>
                </a:ext>
              </a:extLst>
            </p:cNvPr>
            <p:cNvSpPr txBox="1"/>
            <p:nvPr/>
          </p:nvSpPr>
          <p:spPr>
            <a:xfrm>
              <a:off x="934243" y="2375693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B83990A3-12A0-025E-94B5-F2833CBC9B3B}"/>
                </a:ext>
              </a:extLst>
            </p:cNvPr>
            <p:cNvSpPr txBox="1"/>
            <p:nvPr/>
          </p:nvSpPr>
          <p:spPr>
            <a:xfrm>
              <a:off x="1078706" y="237569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A8C3DF5E-9BE6-D924-F608-BBB501FCAF9E}"/>
                </a:ext>
              </a:extLst>
            </p:cNvPr>
            <p:cNvSpPr txBox="1"/>
            <p:nvPr/>
          </p:nvSpPr>
          <p:spPr>
            <a:xfrm>
              <a:off x="502443" y="2375694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3012CE9B-A5F3-0383-BD96-DB794C5BE358}"/>
                </a:ext>
              </a:extLst>
            </p:cNvPr>
            <p:cNvSpPr txBox="1"/>
            <p:nvPr/>
          </p:nvSpPr>
          <p:spPr>
            <a:xfrm>
              <a:off x="791369" y="28067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A2A90C06-FE57-CDD3-3E36-B63096E67931}"/>
                </a:ext>
              </a:extLst>
            </p:cNvPr>
            <p:cNvSpPr txBox="1"/>
            <p:nvPr/>
          </p:nvSpPr>
          <p:spPr>
            <a:xfrm>
              <a:off x="935832" y="28067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C8F7C302-4A94-6847-EAA6-F815BBD2FA54}"/>
                </a:ext>
              </a:extLst>
            </p:cNvPr>
            <p:cNvSpPr txBox="1"/>
            <p:nvPr/>
          </p:nvSpPr>
          <p:spPr>
            <a:xfrm>
              <a:off x="502444" y="309562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C6426534-3F21-45DA-A525-7220D50DBF35}"/>
                </a:ext>
              </a:extLst>
            </p:cNvPr>
            <p:cNvSpPr txBox="1"/>
            <p:nvPr/>
          </p:nvSpPr>
          <p:spPr>
            <a:xfrm>
              <a:off x="646907" y="30956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5757C5B1-5C89-E351-5107-76A2A2B07BE2}"/>
                </a:ext>
              </a:extLst>
            </p:cNvPr>
            <p:cNvSpPr txBox="1"/>
            <p:nvPr/>
          </p:nvSpPr>
          <p:spPr>
            <a:xfrm>
              <a:off x="791369" y="309562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476AA11D-D1C4-B0CD-C4A3-0605E60BAB81}"/>
                </a:ext>
              </a:extLst>
            </p:cNvPr>
            <p:cNvSpPr txBox="1"/>
            <p:nvPr/>
          </p:nvSpPr>
          <p:spPr>
            <a:xfrm>
              <a:off x="935832" y="30956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A1544DF1-66F6-AD9A-08E5-104D268B3B60}"/>
                </a:ext>
              </a:extLst>
            </p:cNvPr>
            <p:cNvSpPr txBox="1"/>
            <p:nvPr/>
          </p:nvSpPr>
          <p:spPr>
            <a:xfrm>
              <a:off x="502444" y="107950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C545AD30-943A-8F1B-C49A-500EEFA2F933}"/>
                </a:ext>
              </a:extLst>
            </p:cNvPr>
            <p:cNvSpPr txBox="1"/>
            <p:nvPr/>
          </p:nvSpPr>
          <p:spPr>
            <a:xfrm>
              <a:off x="646907" y="10795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pic>
          <p:nvPicPr>
            <p:cNvPr id="198" name="Picture 197">
              <a:extLst>
                <a:ext uri="{FF2B5EF4-FFF2-40B4-BE49-F238E27FC236}">
                  <a16:creationId xmlns:a16="http://schemas.microsoft.com/office/drawing/2014/main" id="{6AC25F8C-69DC-54A4-2B38-07A9A8778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8938" y="3101709"/>
              <a:ext cx="144000" cy="130708"/>
            </a:xfrm>
            <a:prstGeom prst="rect">
              <a:avLst/>
            </a:prstGeom>
          </p:spPr>
        </p:pic>
        <p:sp>
          <p:nvSpPr>
            <p:cNvPr id="199" name="Heart 198">
              <a:extLst>
                <a:ext uri="{FF2B5EF4-FFF2-40B4-BE49-F238E27FC236}">
                  <a16:creationId xmlns:a16="http://schemas.microsoft.com/office/drawing/2014/main" id="{5B4577A3-C7D6-BA0A-0F32-ADA527041208}"/>
                </a:ext>
              </a:extLst>
            </p:cNvPr>
            <p:cNvSpPr/>
            <p:nvPr/>
          </p:nvSpPr>
          <p:spPr>
            <a:xfrm>
              <a:off x="506275" y="295625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0" name="Heart 199">
              <a:extLst>
                <a:ext uri="{FF2B5EF4-FFF2-40B4-BE49-F238E27FC236}">
                  <a16:creationId xmlns:a16="http://schemas.microsoft.com/office/drawing/2014/main" id="{41393911-A388-955D-9211-E3B14175ABE5}"/>
                </a:ext>
              </a:extLst>
            </p:cNvPr>
            <p:cNvSpPr/>
            <p:nvPr/>
          </p:nvSpPr>
          <p:spPr>
            <a:xfrm>
              <a:off x="650738" y="295625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1" name="Heart 200">
              <a:extLst>
                <a:ext uri="{FF2B5EF4-FFF2-40B4-BE49-F238E27FC236}">
                  <a16:creationId xmlns:a16="http://schemas.microsoft.com/office/drawing/2014/main" id="{9BC48AA3-FD17-95C7-A21B-E529748CF9BA}"/>
                </a:ext>
              </a:extLst>
            </p:cNvPr>
            <p:cNvSpPr/>
            <p:nvPr/>
          </p:nvSpPr>
          <p:spPr>
            <a:xfrm>
              <a:off x="795200" y="2955789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2" name="Heart 201">
              <a:extLst>
                <a:ext uri="{FF2B5EF4-FFF2-40B4-BE49-F238E27FC236}">
                  <a16:creationId xmlns:a16="http://schemas.microsoft.com/office/drawing/2014/main" id="{281B98A1-14D8-35BD-3727-5A54154C05B9}"/>
                </a:ext>
              </a:extLst>
            </p:cNvPr>
            <p:cNvSpPr/>
            <p:nvPr/>
          </p:nvSpPr>
          <p:spPr>
            <a:xfrm>
              <a:off x="939663" y="2955789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3" name="Heart 202">
              <a:extLst>
                <a:ext uri="{FF2B5EF4-FFF2-40B4-BE49-F238E27FC236}">
                  <a16:creationId xmlns:a16="http://schemas.microsoft.com/office/drawing/2014/main" id="{478F0ABB-A024-CAC4-A587-A3378B7664A8}"/>
                </a:ext>
              </a:extLst>
            </p:cNvPr>
            <p:cNvSpPr/>
            <p:nvPr/>
          </p:nvSpPr>
          <p:spPr>
            <a:xfrm>
              <a:off x="1082538" y="2955788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4" name="Heart 203">
              <a:extLst>
                <a:ext uri="{FF2B5EF4-FFF2-40B4-BE49-F238E27FC236}">
                  <a16:creationId xmlns:a16="http://schemas.microsoft.com/office/drawing/2014/main" id="{F7FFB19F-CE70-A6FF-C4ED-95C80B777B41}"/>
                </a:ext>
              </a:extLst>
            </p:cNvPr>
            <p:cNvSpPr/>
            <p:nvPr/>
          </p:nvSpPr>
          <p:spPr>
            <a:xfrm>
              <a:off x="506275" y="2667326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5" name="Heart 204">
              <a:extLst>
                <a:ext uri="{FF2B5EF4-FFF2-40B4-BE49-F238E27FC236}">
                  <a16:creationId xmlns:a16="http://schemas.microsoft.com/office/drawing/2014/main" id="{61CD6206-D838-7486-AB65-4DFA247D2289}"/>
                </a:ext>
              </a:extLst>
            </p:cNvPr>
            <p:cNvSpPr/>
            <p:nvPr/>
          </p:nvSpPr>
          <p:spPr>
            <a:xfrm>
              <a:off x="650738" y="2667326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6" name="Heart 205">
              <a:extLst>
                <a:ext uri="{FF2B5EF4-FFF2-40B4-BE49-F238E27FC236}">
                  <a16:creationId xmlns:a16="http://schemas.microsoft.com/office/drawing/2014/main" id="{EF11570C-8357-669D-BBBD-A87DA9792773}"/>
                </a:ext>
              </a:extLst>
            </p:cNvPr>
            <p:cNvSpPr/>
            <p:nvPr/>
          </p:nvSpPr>
          <p:spPr>
            <a:xfrm>
              <a:off x="795200" y="266686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7" name="Heart 206">
              <a:extLst>
                <a:ext uri="{FF2B5EF4-FFF2-40B4-BE49-F238E27FC236}">
                  <a16:creationId xmlns:a16="http://schemas.microsoft.com/office/drawing/2014/main" id="{3D08D175-34A3-C151-9089-F057F476E1F7}"/>
                </a:ext>
              </a:extLst>
            </p:cNvPr>
            <p:cNvSpPr/>
            <p:nvPr/>
          </p:nvSpPr>
          <p:spPr>
            <a:xfrm>
              <a:off x="939663" y="266686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8" name="Heart 207">
              <a:extLst>
                <a:ext uri="{FF2B5EF4-FFF2-40B4-BE49-F238E27FC236}">
                  <a16:creationId xmlns:a16="http://schemas.microsoft.com/office/drawing/2014/main" id="{01FD94D3-763D-8D08-1A27-7636CEF992E9}"/>
                </a:ext>
              </a:extLst>
            </p:cNvPr>
            <p:cNvSpPr/>
            <p:nvPr/>
          </p:nvSpPr>
          <p:spPr>
            <a:xfrm>
              <a:off x="506275" y="20910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9" name="Heart 208">
              <a:extLst>
                <a:ext uri="{FF2B5EF4-FFF2-40B4-BE49-F238E27FC236}">
                  <a16:creationId xmlns:a16="http://schemas.microsoft.com/office/drawing/2014/main" id="{6BD4DE13-994D-4155-2025-D012BDDCFF4C}"/>
                </a:ext>
              </a:extLst>
            </p:cNvPr>
            <p:cNvSpPr/>
            <p:nvPr/>
          </p:nvSpPr>
          <p:spPr>
            <a:xfrm>
              <a:off x="650738" y="20910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0" name="Heart 209">
              <a:extLst>
                <a:ext uri="{FF2B5EF4-FFF2-40B4-BE49-F238E27FC236}">
                  <a16:creationId xmlns:a16="http://schemas.microsoft.com/office/drawing/2014/main" id="{33BB8AE6-B543-B70C-FF43-8722A8675CC1}"/>
                </a:ext>
              </a:extLst>
            </p:cNvPr>
            <p:cNvSpPr/>
            <p:nvPr/>
          </p:nvSpPr>
          <p:spPr>
            <a:xfrm>
              <a:off x="795200" y="209060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35F72F5D-1F9C-A397-A669-D5DF4552C091}"/>
                </a:ext>
              </a:extLst>
            </p:cNvPr>
            <p:cNvSpPr txBox="1"/>
            <p:nvPr/>
          </p:nvSpPr>
          <p:spPr>
            <a:xfrm>
              <a:off x="502444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51D5069C-700A-1BDC-961C-C78D323152E6}"/>
                </a:ext>
              </a:extLst>
            </p:cNvPr>
            <p:cNvSpPr txBox="1"/>
            <p:nvPr/>
          </p:nvSpPr>
          <p:spPr>
            <a:xfrm>
              <a:off x="646907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D63661B0-C7EF-2D05-183D-01D292D4FB18}"/>
                </a:ext>
              </a:extLst>
            </p:cNvPr>
            <p:cNvSpPr txBox="1"/>
            <p:nvPr/>
          </p:nvSpPr>
          <p:spPr>
            <a:xfrm>
              <a:off x="791369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C3F8C396-5325-4AEE-F5F6-0E6C9558B072}"/>
                </a:ext>
              </a:extLst>
            </p:cNvPr>
            <p:cNvSpPr txBox="1"/>
            <p:nvPr/>
          </p:nvSpPr>
          <p:spPr>
            <a:xfrm>
              <a:off x="935832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48E0B936-672C-5399-8E8F-C951C8BD7C3F}"/>
                </a:ext>
              </a:extLst>
            </p:cNvPr>
            <p:cNvSpPr txBox="1"/>
            <p:nvPr/>
          </p:nvSpPr>
          <p:spPr>
            <a:xfrm>
              <a:off x="1078707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FBE38BDB-EEC3-A491-CC77-BB89AD989CD5}"/>
                </a:ext>
              </a:extLst>
            </p:cNvPr>
            <p:cNvSpPr txBox="1"/>
            <p:nvPr/>
          </p:nvSpPr>
          <p:spPr>
            <a:xfrm>
              <a:off x="502444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14CBC26D-CB32-897A-A071-58B46D688524}"/>
                </a:ext>
              </a:extLst>
            </p:cNvPr>
            <p:cNvSpPr txBox="1"/>
            <p:nvPr/>
          </p:nvSpPr>
          <p:spPr>
            <a:xfrm>
              <a:off x="646907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61C34818-9071-A9A3-C13F-C44235BC28F4}"/>
                </a:ext>
              </a:extLst>
            </p:cNvPr>
            <p:cNvSpPr txBox="1"/>
            <p:nvPr/>
          </p:nvSpPr>
          <p:spPr>
            <a:xfrm>
              <a:off x="791369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80E4B097-DE59-90EB-CF9E-2606E319459F}"/>
                </a:ext>
              </a:extLst>
            </p:cNvPr>
            <p:cNvSpPr txBox="1"/>
            <p:nvPr/>
          </p:nvSpPr>
          <p:spPr>
            <a:xfrm>
              <a:off x="935832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1EC920F8-0FAF-6E25-87A3-D2A83524FAC3}"/>
                </a:ext>
              </a:extLst>
            </p:cNvPr>
            <p:cNvSpPr txBox="1"/>
            <p:nvPr/>
          </p:nvSpPr>
          <p:spPr>
            <a:xfrm>
              <a:off x="502444" y="2086769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A1F4E741-FBD6-3C20-439A-0E679ACC6AB9}"/>
                </a:ext>
              </a:extLst>
            </p:cNvPr>
            <p:cNvSpPr txBox="1"/>
            <p:nvPr/>
          </p:nvSpPr>
          <p:spPr>
            <a:xfrm>
              <a:off x="646907" y="2086769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E2B9BB2E-C8C3-84EF-58D8-96E9191E1BA9}"/>
                </a:ext>
              </a:extLst>
            </p:cNvPr>
            <p:cNvSpPr txBox="1"/>
            <p:nvPr/>
          </p:nvSpPr>
          <p:spPr>
            <a:xfrm>
              <a:off x="791369" y="2086769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14CF92FC-B7E6-8493-10A8-89DD4C71245B}"/>
                </a:ext>
              </a:extLst>
            </p:cNvPr>
            <p:cNvSpPr txBox="1"/>
            <p:nvPr/>
          </p:nvSpPr>
          <p:spPr>
            <a:xfrm>
              <a:off x="431801" y="611088"/>
              <a:ext cx="863600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Example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76021B62-3DDC-E8E6-1A2E-767F8F9C3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057749" y="6509639"/>
            <a:ext cx="577901" cy="80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74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A0F57-FC3B-E1A9-3449-F0C6824C1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5312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roup 224">
            <a:extLst>
              <a:ext uri="{FF2B5EF4-FFF2-40B4-BE49-F238E27FC236}">
                <a16:creationId xmlns:a16="http://schemas.microsoft.com/office/drawing/2014/main" id="{1441A04C-51BF-B3FF-2DDC-12B477C8578F}"/>
              </a:ext>
            </a:extLst>
          </p:cNvPr>
          <p:cNvGrpSpPr/>
          <p:nvPr/>
        </p:nvGrpSpPr>
        <p:grpSpPr>
          <a:xfrm>
            <a:off x="4469796" y="358749"/>
            <a:ext cx="1753807" cy="577901"/>
            <a:chOff x="4469003" y="3490887"/>
            <a:chExt cx="1753807" cy="57790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70A8AF5-9CF2-C293-D96F-32B45F692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531523" y="3377502"/>
              <a:ext cx="577901" cy="804672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E8DF4A0-F804-BACC-9C35-7B6CDBB83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4582388" y="3377502"/>
              <a:ext cx="577901" cy="804672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4CEA938-4992-3B52-AF71-D0819C947370}"/>
              </a:ext>
            </a:extLst>
          </p:cNvPr>
          <p:cNvGrpSpPr/>
          <p:nvPr/>
        </p:nvGrpSpPr>
        <p:grpSpPr>
          <a:xfrm rot="5400000">
            <a:off x="377825" y="2411413"/>
            <a:ext cx="2879726" cy="2736850"/>
            <a:chOff x="179388" y="574675"/>
            <a:chExt cx="2879726" cy="27368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BBEF77-8EEC-801A-9444-6D49061C4199}"/>
                </a:ext>
              </a:extLst>
            </p:cNvPr>
            <p:cNvSpPr/>
            <p:nvPr/>
          </p:nvSpPr>
          <p:spPr>
            <a:xfrm>
              <a:off x="179388" y="574675"/>
              <a:ext cx="2879726" cy="2736850"/>
            </a:xfrm>
            <a:prstGeom prst="rect">
              <a:avLst/>
            </a:prstGeom>
            <a:noFill/>
            <a:ln w="72000">
              <a:solidFill>
                <a:schemeClr val="bg1">
                  <a:alpha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cap="all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BF9EC6C-2BCC-4481-C5D5-C66CF960E90A}"/>
                </a:ext>
              </a:extLst>
            </p:cNvPr>
            <p:cNvCxnSpPr>
              <a:cxnSpLocks/>
            </p:cNvCxnSpPr>
            <p:nvPr/>
          </p:nvCxnSpPr>
          <p:spPr>
            <a:xfrm>
              <a:off x="215325" y="863600"/>
              <a:ext cx="2808863" cy="0"/>
            </a:xfrm>
            <a:prstGeom prst="line">
              <a:avLst/>
            </a:prstGeom>
            <a:ln w="72000">
              <a:solidFill>
                <a:schemeClr val="bg1">
                  <a:alpha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E80E220-0C21-29F4-574A-2CD36037253F}"/>
                </a:ext>
              </a:extLst>
            </p:cNvPr>
            <p:cNvSpPr txBox="1"/>
            <p:nvPr/>
          </p:nvSpPr>
          <p:spPr>
            <a:xfrm>
              <a:off x="215900" y="611188"/>
              <a:ext cx="216000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#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BFDFB4-D470-1370-9876-1A038D73F647}"/>
                </a:ext>
              </a:extLst>
            </p:cNvPr>
            <p:cNvSpPr txBox="1"/>
            <p:nvPr/>
          </p:nvSpPr>
          <p:spPr>
            <a:xfrm>
              <a:off x="215800" y="93503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60ABE09-1C45-9EF0-1C88-42E315BE1BA2}"/>
                </a:ext>
              </a:extLst>
            </p:cNvPr>
            <p:cNvSpPr txBox="1"/>
            <p:nvPr/>
          </p:nvSpPr>
          <p:spPr>
            <a:xfrm>
              <a:off x="215900" y="1079500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046DD9-9624-EE8E-EE93-F2C5EE676BA5}"/>
                </a:ext>
              </a:extLst>
            </p:cNvPr>
            <p:cNvSpPr txBox="1"/>
            <p:nvPr/>
          </p:nvSpPr>
          <p:spPr>
            <a:xfrm>
              <a:off x="215900" y="122555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EEE1AE2-E529-241E-F8D8-45F14A0925D1}"/>
                </a:ext>
              </a:extLst>
            </p:cNvPr>
            <p:cNvSpPr txBox="1"/>
            <p:nvPr/>
          </p:nvSpPr>
          <p:spPr>
            <a:xfrm>
              <a:off x="215900" y="136683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8F56D02-2C47-88D1-284C-966A2AA34AE8}"/>
                </a:ext>
              </a:extLst>
            </p:cNvPr>
            <p:cNvSpPr txBox="1"/>
            <p:nvPr/>
          </p:nvSpPr>
          <p:spPr>
            <a:xfrm>
              <a:off x="215800" y="1511300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83F7E3F-E41C-8CB1-F9FA-EA1845536705}"/>
                </a:ext>
              </a:extLst>
            </p:cNvPr>
            <p:cNvSpPr txBox="1"/>
            <p:nvPr/>
          </p:nvSpPr>
          <p:spPr>
            <a:xfrm>
              <a:off x="215900" y="16557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A7BB643-2CBF-3D61-DE2B-2B0A4FA2B8EC}"/>
                </a:ext>
              </a:extLst>
            </p:cNvPr>
            <p:cNvSpPr txBox="1"/>
            <p:nvPr/>
          </p:nvSpPr>
          <p:spPr>
            <a:xfrm>
              <a:off x="215900" y="1800225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2CD02E7-9B27-D604-0925-A40B5DD89784}"/>
                </a:ext>
              </a:extLst>
            </p:cNvPr>
            <p:cNvSpPr txBox="1"/>
            <p:nvPr/>
          </p:nvSpPr>
          <p:spPr>
            <a:xfrm>
              <a:off x="215900" y="194310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1C519B4-EC66-F232-748C-FE497DD53AEA}"/>
                </a:ext>
              </a:extLst>
            </p:cNvPr>
            <p:cNvSpPr txBox="1"/>
            <p:nvPr/>
          </p:nvSpPr>
          <p:spPr>
            <a:xfrm>
              <a:off x="215900" y="20875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B23613D-0324-1DFA-306C-9CA76A100D26}"/>
                </a:ext>
              </a:extLst>
            </p:cNvPr>
            <p:cNvSpPr txBox="1"/>
            <p:nvPr/>
          </p:nvSpPr>
          <p:spPr>
            <a:xfrm>
              <a:off x="215800" y="2232025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3648DE8-E4E2-A2E5-DE12-812899259731}"/>
                </a:ext>
              </a:extLst>
            </p:cNvPr>
            <p:cNvSpPr txBox="1"/>
            <p:nvPr/>
          </p:nvSpPr>
          <p:spPr>
            <a:xfrm>
              <a:off x="215900" y="237490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215F320-AC0E-4710-3327-B96A3E0F576B}"/>
                </a:ext>
              </a:extLst>
            </p:cNvPr>
            <p:cNvSpPr txBox="1"/>
            <p:nvPr/>
          </p:nvSpPr>
          <p:spPr>
            <a:xfrm>
              <a:off x="215800" y="252095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414A688-68DE-25B6-FB91-B1DAAC87571E}"/>
                </a:ext>
              </a:extLst>
            </p:cNvPr>
            <p:cNvSpPr txBox="1"/>
            <p:nvPr/>
          </p:nvSpPr>
          <p:spPr>
            <a:xfrm>
              <a:off x="215800" y="2663826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13B0E59-67CA-3988-5169-7EB7A27D543C}"/>
                </a:ext>
              </a:extLst>
            </p:cNvPr>
            <p:cNvSpPr txBox="1"/>
            <p:nvPr/>
          </p:nvSpPr>
          <p:spPr>
            <a:xfrm>
              <a:off x="215800" y="280828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C79E219-8110-9DF3-C65C-01D148B41DA5}"/>
                </a:ext>
              </a:extLst>
            </p:cNvPr>
            <p:cNvSpPr txBox="1"/>
            <p:nvPr/>
          </p:nvSpPr>
          <p:spPr>
            <a:xfrm>
              <a:off x="215900" y="29511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15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EE4E55D-7A0D-9AD9-946F-78644407C5D9}"/>
                </a:ext>
              </a:extLst>
            </p:cNvPr>
            <p:cNvSpPr txBox="1"/>
            <p:nvPr/>
          </p:nvSpPr>
          <p:spPr>
            <a:xfrm>
              <a:off x="215800" y="3095626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16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E487D72-1404-6287-B400-1E828CA1F305}"/>
                </a:ext>
              </a:extLst>
            </p:cNvPr>
            <p:cNvSpPr txBox="1"/>
            <p:nvPr/>
          </p:nvSpPr>
          <p:spPr>
            <a:xfrm>
              <a:off x="1295399" y="611088"/>
              <a:ext cx="1728789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Hand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B7ACEC4-BED5-8D32-3C1B-B14A925C6BF8}"/>
                </a:ext>
              </a:extLst>
            </p:cNvPr>
            <p:cNvSpPr txBox="1"/>
            <p:nvPr/>
          </p:nvSpPr>
          <p:spPr>
            <a:xfrm>
              <a:off x="1295400" y="9350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Single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A12A0A1-FC58-5514-105C-207E64221DF8}"/>
                </a:ext>
              </a:extLst>
            </p:cNvPr>
            <p:cNvSpPr txBox="1"/>
            <p:nvPr/>
          </p:nvSpPr>
          <p:spPr>
            <a:xfrm>
              <a:off x="1295401" y="10795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Pair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09E177F-EBE5-4362-9B62-936CBF45AACE}"/>
                </a:ext>
              </a:extLst>
            </p:cNvPr>
            <p:cNvSpPr txBox="1"/>
            <p:nvPr/>
          </p:nvSpPr>
          <p:spPr>
            <a:xfrm>
              <a:off x="1295401" y="1222376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Flush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134AB4F-39F9-417C-1D39-4960422AD054}"/>
                </a:ext>
              </a:extLst>
            </p:cNvPr>
            <p:cNvSpPr txBox="1"/>
            <p:nvPr/>
          </p:nvSpPr>
          <p:spPr>
            <a:xfrm>
              <a:off x="1295401" y="13668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Straight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379C619-D7D8-7353-5197-1417040B12C2}"/>
                </a:ext>
              </a:extLst>
            </p:cNvPr>
            <p:cNvSpPr txBox="1"/>
            <p:nvPr/>
          </p:nvSpPr>
          <p:spPr>
            <a:xfrm>
              <a:off x="1295401" y="15113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Two Pair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7631365-BF73-7E20-7567-98FF9DED00CC}"/>
                </a:ext>
              </a:extLst>
            </p:cNvPr>
            <p:cNvSpPr txBox="1"/>
            <p:nvPr/>
          </p:nvSpPr>
          <p:spPr>
            <a:xfrm>
              <a:off x="1295400" y="2086769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Flush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8C7CF2D-32E8-AFDF-F938-24FF30AE8F73}"/>
                </a:ext>
              </a:extLst>
            </p:cNvPr>
            <p:cNvSpPr txBox="1"/>
            <p:nvPr/>
          </p:nvSpPr>
          <p:spPr>
            <a:xfrm>
              <a:off x="1295400" y="1654969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Straight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F6D50F9-BC82-D405-FA62-F8CF6492C25B}"/>
                </a:ext>
              </a:extLst>
            </p:cNvPr>
            <p:cNvSpPr txBox="1"/>
            <p:nvPr/>
          </p:nvSpPr>
          <p:spPr>
            <a:xfrm>
              <a:off x="1295400" y="1799432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of a Kind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F552AEE-BAEB-03B6-A659-5E2EE4DE67C9}"/>
                </a:ext>
              </a:extLst>
            </p:cNvPr>
            <p:cNvSpPr txBox="1"/>
            <p:nvPr/>
          </p:nvSpPr>
          <p:spPr>
            <a:xfrm>
              <a:off x="1295400" y="1943894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Straight Flush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0A67EBF-5656-5BD3-F5F8-25FF223525C2}"/>
                </a:ext>
              </a:extLst>
            </p:cNvPr>
            <p:cNvSpPr txBox="1"/>
            <p:nvPr/>
          </p:nvSpPr>
          <p:spPr>
            <a:xfrm>
              <a:off x="1295401" y="2232025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Straight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D31C0C3-6BD1-C50F-1F3E-629ECFB18105}"/>
                </a:ext>
              </a:extLst>
            </p:cNvPr>
            <p:cNvSpPr txBox="1"/>
            <p:nvPr/>
          </p:nvSpPr>
          <p:spPr>
            <a:xfrm>
              <a:off x="1295401" y="2661777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Flush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465348A-FE42-8724-D005-217E8CBB36AF}"/>
                </a:ext>
              </a:extLst>
            </p:cNvPr>
            <p:cNvSpPr txBox="1"/>
            <p:nvPr/>
          </p:nvSpPr>
          <p:spPr>
            <a:xfrm>
              <a:off x="1295401" y="2517314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Full House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F066549-EC54-3939-D2D7-F7B258A46E85}"/>
                </a:ext>
              </a:extLst>
            </p:cNvPr>
            <p:cNvSpPr txBox="1"/>
            <p:nvPr/>
          </p:nvSpPr>
          <p:spPr>
            <a:xfrm>
              <a:off x="1295400" y="2375694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Straight Flush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A8E5C86-5C91-97D9-5FA3-08AA1E09B867}"/>
                </a:ext>
              </a:extLst>
            </p:cNvPr>
            <p:cNvSpPr txBox="1"/>
            <p:nvPr/>
          </p:nvSpPr>
          <p:spPr>
            <a:xfrm>
              <a:off x="1295401" y="28067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of a Kind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2D678F8-B5BB-48C2-F88F-79B1D62D5111}"/>
                </a:ext>
              </a:extLst>
            </p:cNvPr>
            <p:cNvSpPr txBox="1"/>
            <p:nvPr/>
          </p:nvSpPr>
          <p:spPr>
            <a:xfrm>
              <a:off x="1295401" y="29511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Straight Flush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70ADC17-EBF3-1214-0EF2-535F11B18384}"/>
                </a:ext>
              </a:extLst>
            </p:cNvPr>
            <p:cNvSpPr txBox="1"/>
            <p:nvPr/>
          </p:nvSpPr>
          <p:spPr>
            <a:xfrm>
              <a:off x="1295401" y="3095625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of a Kind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DC14A81-1CFD-FE7D-C6C8-561DF4614D7B}"/>
                </a:ext>
              </a:extLst>
            </p:cNvPr>
            <p:cNvSpPr txBox="1"/>
            <p:nvPr/>
          </p:nvSpPr>
          <p:spPr>
            <a:xfrm>
              <a:off x="503238" y="9350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J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6822B5A-ADB2-E24D-882C-9003ADD813B3}"/>
                </a:ext>
              </a:extLst>
            </p:cNvPr>
            <p:cNvSpPr txBox="1"/>
            <p:nvPr/>
          </p:nvSpPr>
          <p:spPr>
            <a:xfrm>
              <a:off x="502444" y="28067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238B2BC-1673-B7EA-9750-EF92965D9993}"/>
                </a:ext>
              </a:extLst>
            </p:cNvPr>
            <p:cNvSpPr txBox="1"/>
            <p:nvPr/>
          </p:nvSpPr>
          <p:spPr>
            <a:xfrm>
              <a:off x="646907" y="28067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45" name="Heart 44">
              <a:extLst>
                <a:ext uri="{FF2B5EF4-FFF2-40B4-BE49-F238E27FC236}">
                  <a16:creationId xmlns:a16="http://schemas.microsoft.com/office/drawing/2014/main" id="{901932C4-451D-8468-4EF3-53D6D991DD23}"/>
                </a:ext>
              </a:extLst>
            </p:cNvPr>
            <p:cNvSpPr/>
            <p:nvPr/>
          </p:nvSpPr>
          <p:spPr>
            <a:xfrm>
              <a:off x="506275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6" name="Heart 45">
              <a:extLst>
                <a:ext uri="{FF2B5EF4-FFF2-40B4-BE49-F238E27FC236}">
                  <a16:creationId xmlns:a16="http://schemas.microsoft.com/office/drawing/2014/main" id="{41FA1F1B-442B-0D3F-9F95-94A6017C3E54}"/>
                </a:ext>
              </a:extLst>
            </p:cNvPr>
            <p:cNvSpPr/>
            <p:nvPr/>
          </p:nvSpPr>
          <p:spPr>
            <a:xfrm>
              <a:off x="650738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7" name="Heart 46">
              <a:extLst>
                <a:ext uri="{FF2B5EF4-FFF2-40B4-BE49-F238E27FC236}">
                  <a16:creationId xmlns:a16="http://schemas.microsoft.com/office/drawing/2014/main" id="{E4C8BB0B-283C-1D8C-2EBF-9545D3F5606F}"/>
                </a:ext>
              </a:extLst>
            </p:cNvPr>
            <p:cNvSpPr/>
            <p:nvPr/>
          </p:nvSpPr>
          <p:spPr>
            <a:xfrm>
              <a:off x="795200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8" name="Heart 47">
              <a:extLst>
                <a:ext uri="{FF2B5EF4-FFF2-40B4-BE49-F238E27FC236}">
                  <a16:creationId xmlns:a16="http://schemas.microsoft.com/office/drawing/2014/main" id="{0ED7D8C2-4BF3-1E95-6357-3A6F7090E92A}"/>
                </a:ext>
              </a:extLst>
            </p:cNvPr>
            <p:cNvSpPr/>
            <p:nvPr/>
          </p:nvSpPr>
          <p:spPr>
            <a:xfrm>
              <a:off x="506274" y="2090268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9" name="Heart 48">
              <a:extLst>
                <a:ext uri="{FF2B5EF4-FFF2-40B4-BE49-F238E27FC236}">
                  <a16:creationId xmlns:a16="http://schemas.microsoft.com/office/drawing/2014/main" id="{B2D29511-D0E1-2467-99A0-DD9F6ED1B611}"/>
                </a:ext>
              </a:extLst>
            </p:cNvPr>
            <p:cNvSpPr/>
            <p:nvPr/>
          </p:nvSpPr>
          <p:spPr>
            <a:xfrm>
              <a:off x="650737" y="2090268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0" name="Heart 49">
              <a:extLst>
                <a:ext uri="{FF2B5EF4-FFF2-40B4-BE49-F238E27FC236}">
                  <a16:creationId xmlns:a16="http://schemas.microsoft.com/office/drawing/2014/main" id="{C44162A3-07EA-E685-FB25-C79811E4644B}"/>
                </a:ext>
              </a:extLst>
            </p:cNvPr>
            <p:cNvSpPr/>
            <p:nvPr/>
          </p:nvSpPr>
          <p:spPr>
            <a:xfrm>
              <a:off x="795199" y="2089806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1" name="Heart 50">
              <a:extLst>
                <a:ext uri="{FF2B5EF4-FFF2-40B4-BE49-F238E27FC236}">
                  <a16:creationId xmlns:a16="http://schemas.microsoft.com/office/drawing/2014/main" id="{46A48F3C-E90A-A9DD-183E-0BE5BD8ED7EF}"/>
                </a:ext>
              </a:extLst>
            </p:cNvPr>
            <p:cNvSpPr/>
            <p:nvPr/>
          </p:nvSpPr>
          <p:spPr>
            <a:xfrm>
              <a:off x="939662" y="2089806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2" name="Heart 51">
              <a:extLst>
                <a:ext uri="{FF2B5EF4-FFF2-40B4-BE49-F238E27FC236}">
                  <a16:creationId xmlns:a16="http://schemas.microsoft.com/office/drawing/2014/main" id="{0230D8F2-59EF-A1D1-0FBC-40A49EFC4565}"/>
                </a:ext>
              </a:extLst>
            </p:cNvPr>
            <p:cNvSpPr/>
            <p:nvPr/>
          </p:nvSpPr>
          <p:spPr>
            <a:xfrm>
              <a:off x="506275" y="26668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3" name="Heart 52">
              <a:extLst>
                <a:ext uri="{FF2B5EF4-FFF2-40B4-BE49-F238E27FC236}">
                  <a16:creationId xmlns:a16="http://schemas.microsoft.com/office/drawing/2014/main" id="{11DEDC57-B89D-7CBB-A7FE-D448AB3F94C0}"/>
                </a:ext>
              </a:extLst>
            </p:cNvPr>
            <p:cNvSpPr/>
            <p:nvPr/>
          </p:nvSpPr>
          <p:spPr>
            <a:xfrm>
              <a:off x="650738" y="26668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4" name="Heart 53">
              <a:extLst>
                <a:ext uri="{FF2B5EF4-FFF2-40B4-BE49-F238E27FC236}">
                  <a16:creationId xmlns:a16="http://schemas.microsoft.com/office/drawing/2014/main" id="{3492E21B-EB3B-5430-A2CC-C0BFBF70FC5A}"/>
                </a:ext>
              </a:extLst>
            </p:cNvPr>
            <p:cNvSpPr/>
            <p:nvPr/>
          </p:nvSpPr>
          <p:spPr>
            <a:xfrm>
              <a:off x="795200" y="266640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5" name="Heart 54">
              <a:extLst>
                <a:ext uri="{FF2B5EF4-FFF2-40B4-BE49-F238E27FC236}">
                  <a16:creationId xmlns:a16="http://schemas.microsoft.com/office/drawing/2014/main" id="{034B2855-F36E-7AC8-5A7C-2478D3FA36F2}"/>
                </a:ext>
              </a:extLst>
            </p:cNvPr>
            <p:cNvSpPr/>
            <p:nvPr/>
          </p:nvSpPr>
          <p:spPr>
            <a:xfrm>
              <a:off x="939663" y="266640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6" name="Heart 55">
              <a:extLst>
                <a:ext uri="{FF2B5EF4-FFF2-40B4-BE49-F238E27FC236}">
                  <a16:creationId xmlns:a16="http://schemas.microsoft.com/office/drawing/2014/main" id="{55813005-E435-065A-BEE5-99ABC4B0A25E}"/>
                </a:ext>
              </a:extLst>
            </p:cNvPr>
            <p:cNvSpPr/>
            <p:nvPr/>
          </p:nvSpPr>
          <p:spPr>
            <a:xfrm>
              <a:off x="1082538" y="26664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A52BF76-4AF5-3517-88DA-87B9780312C9}"/>
                </a:ext>
              </a:extLst>
            </p:cNvPr>
            <p:cNvSpPr txBox="1"/>
            <p:nvPr/>
          </p:nvSpPr>
          <p:spPr>
            <a:xfrm>
              <a:off x="502444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6744094-3D04-C2D0-8336-81BA25C0CC62}"/>
                </a:ext>
              </a:extLst>
            </p:cNvPr>
            <p:cNvSpPr txBox="1"/>
            <p:nvPr/>
          </p:nvSpPr>
          <p:spPr>
            <a:xfrm>
              <a:off x="646907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89BB089-E4A6-47BB-4202-8B0AC059C0C1}"/>
                </a:ext>
              </a:extLst>
            </p:cNvPr>
            <p:cNvSpPr txBox="1"/>
            <p:nvPr/>
          </p:nvSpPr>
          <p:spPr>
            <a:xfrm>
              <a:off x="791369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1A90222-CAD0-B900-E9F2-E959CE89DE22}"/>
                </a:ext>
              </a:extLst>
            </p:cNvPr>
            <p:cNvSpPr txBox="1"/>
            <p:nvPr/>
          </p:nvSpPr>
          <p:spPr>
            <a:xfrm>
              <a:off x="502444" y="151130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Q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73D6F4B-9E02-E6B0-3A7E-BF7E2DE79CE7}"/>
                </a:ext>
              </a:extLst>
            </p:cNvPr>
            <p:cNvSpPr txBox="1"/>
            <p:nvPr/>
          </p:nvSpPr>
          <p:spPr>
            <a:xfrm>
              <a:off x="646907" y="15113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Q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0B6305F-EE64-44E4-EE7B-218025D467F1}"/>
                </a:ext>
              </a:extLst>
            </p:cNvPr>
            <p:cNvSpPr txBox="1"/>
            <p:nvPr/>
          </p:nvSpPr>
          <p:spPr>
            <a:xfrm>
              <a:off x="791369" y="15113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24142B5-96C9-EC28-53BD-F8A4F6A8B22E}"/>
                </a:ext>
              </a:extLst>
            </p:cNvPr>
            <p:cNvSpPr txBox="1"/>
            <p:nvPr/>
          </p:nvSpPr>
          <p:spPr>
            <a:xfrm>
              <a:off x="935832" y="15113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4A352F5-C7C8-6691-EE0A-688605A6E73C}"/>
                </a:ext>
              </a:extLst>
            </p:cNvPr>
            <p:cNvSpPr txBox="1"/>
            <p:nvPr/>
          </p:nvSpPr>
          <p:spPr>
            <a:xfrm>
              <a:off x="502443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F0C9495-D3BB-BC97-CF83-984C1DDA7E91}"/>
                </a:ext>
              </a:extLst>
            </p:cNvPr>
            <p:cNvSpPr txBox="1"/>
            <p:nvPr/>
          </p:nvSpPr>
          <p:spPr>
            <a:xfrm>
              <a:off x="646906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BD0BD3F-A43E-09FF-FDA4-76018FCEF229}"/>
                </a:ext>
              </a:extLst>
            </p:cNvPr>
            <p:cNvSpPr txBox="1"/>
            <p:nvPr/>
          </p:nvSpPr>
          <p:spPr>
            <a:xfrm>
              <a:off x="791368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B8C9C1A-F33C-F732-1A56-BDE4EF74E458}"/>
                </a:ext>
              </a:extLst>
            </p:cNvPr>
            <p:cNvSpPr txBox="1"/>
            <p:nvPr/>
          </p:nvSpPr>
          <p:spPr>
            <a:xfrm>
              <a:off x="935831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3B26053-36BB-8081-77E9-58041D0543D7}"/>
                </a:ext>
              </a:extLst>
            </p:cNvPr>
            <p:cNvSpPr txBox="1"/>
            <p:nvPr/>
          </p:nvSpPr>
          <p:spPr>
            <a:xfrm>
              <a:off x="502444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F781440-F7F5-0970-4F5E-EF663170EF1C}"/>
                </a:ext>
              </a:extLst>
            </p:cNvPr>
            <p:cNvSpPr txBox="1"/>
            <p:nvPr/>
          </p:nvSpPr>
          <p:spPr>
            <a:xfrm>
              <a:off x="646907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73EFED9-3ED8-6744-7EBD-56930F514070}"/>
                </a:ext>
              </a:extLst>
            </p:cNvPr>
            <p:cNvSpPr txBox="1"/>
            <p:nvPr/>
          </p:nvSpPr>
          <p:spPr>
            <a:xfrm>
              <a:off x="791369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A6D2144-C161-0A22-AC85-F1E22FE04736}"/>
                </a:ext>
              </a:extLst>
            </p:cNvPr>
            <p:cNvSpPr txBox="1"/>
            <p:nvPr/>
          </p:nvSpPr>
          <p:spPr>
            <a:xfrm>
              <a:off x="935832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06F76F5-BA10-D823-B251-70290D203746}"/>
                </a:ext>
              </a:extLst>
            </p:cNvPr>
            <p:cNvSpPr txBox="1"/>
            <p:nvPr/>
          </p:nvSpPr>
          <p:spPr>
            <a:xfrm>
              <a:off x="1078707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8EAEE93-E870-EA58-9BA0-683CB5F8C059}"/>
                </a:ext>
              </a:extLst>
            </p:cNvPr>
            <p:cNvSpPr txBox="1"/>
            <p:nvPr/>
          </p:nvSpPr>
          <p:spPr>
            <a:xfrm>
              <a:off x="502443" y="179943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EA484BF-6F68-7D6D-5558-664DAFBDE407}"/>
                </a:ext>
              </a:extLst>
            </p:cNvPr>
            <p:cNvSpPr txBox="1"/>
            <p:nvPr/>
          </p:nvSpPr>
          <p:spPr>
            <a:xfrm>
              <a:off x="646905" y="17994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13146E2-699C-EA18-8812-FE5454FCE762}"/>
                </a:ext>
              </a:extLst>
            </p:cNvPr>
            <p:cNvSpPr txBox="1"/>
            <p:nvPr/>
          </p:nvSpPr>
          <p:spPr>
            <a:xfrm>
              <a:off x="791368" y="179943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A8FB461-6C5F-38B8-CCCE-4E0F824578BE}"/>
                </a:ext>
              </a:extLst>
            </p:cNvPr>
            <p:cNvSpPr txBox="1"/>
            <p:nvPr/>
          </p:nvSpPr>
          <p:spPr>
            <a:xfrm>
              <a:off x="645319" y="2517314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6A11F40-1FC3-B45E-EAF0-B057457A5241}"/>
                </a:ext>
              </a:extLst>
            </p:cNvPr>
            <p:cNvSpPr txBox="1"/>
            <p:nvPr/>
          </p:nvSpPr>
          <p:spPr>
            <a:xfrm>
              <a:off x="789782" y="2517313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BE8D66A-5040-12E0-7D8C-408E1F1ABF7D}"/>
                </a:ext>
              </a:extLst>
            </p:cNvPr>
            <p:cNvSpPr txBox="1"/>
            <p:nvPr/>
          </p:nvSpPr>
          <p:spPr>
            <a:xfrm>
              <a:off x="934244" y="2517313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EDE6667-1C4D-B1EF-AC7A-AB7D00B445A7}"/>
                </a:ext>
              </a:extLst>
            </p:cNvPr>
            <p:cNvSpPr txBox="1"/>
            <p:nvPr/>
          </p:nvSpPr>
          <p:spPr>
            <a:xfrm>
              <a:off x="1078707" y="251731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6089B06-9753-2DB7-6F16-9BA7442D707A}"/>
                </a:ext>
              </a:extLst>
            </p:cNvPr>
            <p:cNvSpPr txBox="1"/>
            <p:nvPr/>
          </p:nvSpPr>
          <p:spPr>
            <a:xfrm>
              <a:off x="502444" y="2517314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D885825-D760-3063-8A5D-1A83C531DBB3}"/>
                </a:ext>
              </a:extLst>
            </p:cNvPr>
            <p:cNvSpPr txBox="1"/>
            <p:nvPr/>
          </p:nvSpPr>
          <p:spPr>
            <a:xfrm>
              <a:off x="791369" y="28067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FAAF6C5-7411-1F34-6A38-A81524B27EF5}"/>
                </a:ext>
              </a:extLst>
            </p:cNvPr>
            <p:cNvSpPr txBox="1"/>
            <p:nvPr/>
          </p:nvSpPr>
          <p:spPr>
            <a:xfrm>
              <a:off x="935832" y="28067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7280386-B235-2D48-7660-F802E43719CD}"/>
                </a:ext>
              </a:extLst>
            </p:cNvPr>
            <p:cNvSpPr txBox="1"/>
            <p:nvPr/>
          </p:nvSpPr>
          <p:spPr>
            <a:xfrm>
              <a:off x="502444" y="309562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61ABC56-8083-2537-F48D-B9D5BA0D161C}"/>
                </a:ext>
              </a:extLst>
            </p:cNvPr>
            <p:cNvSpPr txBox="1"/>
            <p:nvPr/>
          </p:nvSpPr>
          <p:spPr>
            <a:xfrm>
              <a:off x="646907" y="30956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55B8BA3-3DA0-FE4F-E803-D7772C15EA47}"/>
                </a:ext>
              </a:extLst>
            </p:cNvPr>
            <p:cNvSpPr txBox="1"/>
            <p:nvPr/>
          </p:nvSpPr>
          <p:spPr>
            <a:xfrm>
              <a:off x="791369" y="309562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F044E1B-A028-7C66-D17E-471190F36275}"/>
                </a:ext>
              </a:extLst>
            </p:cNvPr>
            <p:cNvSpPr txBox="1"/>
            <p:nvPr/>
          </p:nvSpPr>
          <p:spPr>
            <a:xfrm>
              <a:off x="935832" y="30956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1240242-11A3-5C48-4968-54DFDA1DAFE2}"/>
                </a:ext>
              </a:extLst>
            </p:cNvPr>
            <p:cNvSpPr txBox="1"/>
            <p:nvPr/>
          </p:nvSpPr>
          <p:spPr>
            <a:xfrm>
              <a:off x="502444" y="107950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AAE1E49-887F-8359-8D16-D540C8F3B82C}"/>
                </a:ext>
              </a:extLst>
            </p:cNvPr>
            <p:cNvSpPr txBox="1"/>
            <p:nvPr/>
          </p:nvSpPr>
          <p:spPr>
            <a:xfrm>
              <a:off x="646907" y="10795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329738CB-0C37-F4D4-FABE-B95FD8F50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8938" y="3101709"/>
              <a:ext cx="144000" cy="130708"/>
            </a:xfrm>
            <a:prstGeom prst="rect">
              <a:avLst/>
            </a:prstGeom>
          </p:spPr>
        </p:pic>
        <p:sp>
          <p:nvSpPr>
            <p:cNvPr id="90" name="Heart 89">
              <a:extLst>
                <a:ext uri="{FF2B5EF4-FFF2-40B4-BE49-F238E27FC236}">
                  <a16:creationId xmlns:a16="http://schemas.microsoft.com/office/drawing/2014/main" id="{74113E64-F4B2-F728-8C15-9C3EA6C23518}"/>
                </a:ext>
              </a:extLst>
            </p:cNvPr>
            <p:cNvSpPr/>
            <p:nvPr/>
          </p:nvSpPr>
          <p:spPr>
            <a:xfrm>
              <a:off x="506275" y="295625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1" name="Heart 90">
              <a:extLst>
                <a:ext uri="{FF2B5EF4-FFF2-40B4-BE49-F238E27FC236}">
                  <a16:creationId xmlns:a16="http://schemas.microsoft.com/office/drawing/2014/main" id="{454276D0-DA9C-A69C-EF65-6A7A7301C5F8}"/>
                </a:ext>
              </a:extLst>
            </p:cNvPr>
            <p:cNvSpPr/>
            <p:nvPr/>
          </p:nvSpPr>
          <p:spPr>
            <a:xfrm>
              <a:off x="650738" y="295625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2" name="Heart 91">
              <a:extLst>
                <a:ext uri="{FF2B5EF4-FFF2-40B4-BE49-F238E27FC236}">
                  <a16:creationId xmlns:a16="http://schemas.microsoft.com/office/drawing/2014/main" id="{9AB3DAAB-8811-A312-7888-3A70EF25129A}"/>
                </a:ext>
              </a:extLst>
            </p:cNvPr>
            <p:cNvSpPr/>
            <p:nvPr/>
          </p:nvSpPr>
          <p:spPr>
            <a:xfrm>
              <a:off x="795200" y="2955789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3" name="Heart 92">
              <a:extLst>
                <a:ext uri="{FF2B5EF4-FFF2-40B4-BE49-F238E27FC236}">
                  <a16:creationId xmlns:a16="http://schemas.microsoft.com/office/drawing/2014/main" id="{08C698E4-0CAC-C791-E01E-298A124B002A}"/>
                </a:ext>
              </a:extLst>
            </p:cNvPr>
            <p:cNvSpPr/>
            <p:nvPr/>
          </p:nvSpPr>
          <p:spPr>
            <a:xfrm>
              <a:off x="939663" y="2955789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4" name="Heart 93">
              <a:extLst>
                <a:ext uri="{FF2B5EF4-FFF2-40B4-BE49-F238E27FC236}">
                  <a16:creationId xmlns:a16="http://schemas.microsoft.com/office/drawing/2014/main" id="{C5878585-D632-27EE-3D08-2E55AD9A2E5D}"/>
                </a:ext>
              </a:extLst>
            </p:cNvPr>
            <p:cNvSpPr/>
            <p:nvPr/>
          </p:nvSpPr>
          <p:spPr>
            <a:xfrm>
              <a:off x="1082538" y="2955788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5" name="Heart 94">
              <a:extLst>
                <a:ext uri="{FF2B5EF4-FFF2-40B4-BE49-F238E27FC236}">
                  <a16:creationId xmlns:a16="http://schemas.microsoft.com/office/drawing/2014/main" id="{F1F47E23-DC4E-76A9-7843-8541BB8B17C0}"/>
                </a:ext>
              </a:extLst>
            </p:cNvPr>
            <p:cNvSpPr/>
            <p:nvPr/>
          </p:nvSpPr>
          <p:spPr>
            <a:xfrm>
              <a:off x="506274" y="237919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6" name="Heart 95">
              <a:extLst>
                <a:ext uri="{FF2B5EF4-FFF2-40B4-BE49-F238E27FC236}">
                  <a16:creationId xmlns:a16="http://schemas.microsoft.com/office/drawing/2014/main" id="{CB382EB4-6101-8619-1578-D7A1FCC855DB}"/>
                </a:ext>
              </a:extLst>
            </p:cNvPr>
            <p:cNvSpPr/>
            <p:nvPr/>
          </p:nvSpPr>
          <p:spPr>
            <a:xfrm>
              <a:off x="650737" y="237919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7" name="Heart 96">
              <a:extLst>
                <a:ext uri="{FF2B5EF4-FFF2-40B4-BE49-F238E27FC236}">
                  <a16:creationId xmlns:a16="http://schemas.microsoft.com/office/drawing/2014/main" id="{82FA16EE-2A0D-A190-516C-371F9A57A3AB}"/>
                </a:ext>
              </a:extLst>
            </p:cNvPr>
            <p:cNvSpPr/>
            <p:nvPr/>
          </p:nvSpPr>
          <p:spPr>
            <a:xfrm>
              <a:off x="795199" y="2378732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8" name="Heart 97">
              <a:extLst>
                <a:ext uri="{FF2B5EF4-FFF2-40B4-BE49-F238E27FC236}">
                  <a16:creationId xmlns:a16="http://schemas.microsoft.com/office/drawing/2014/main" id="{91BB3841-C9CD-5A1E-35E9-6CFF0CFB32D7}"/>
                </a:ext>
              </a:extLst>
            </p:cNvPr>
            <p:cNvSpPr/>
            <p:nvPr/>
          </p:nvSpPr>
          <p:spPr>
            <a:xfrm>
              <a:off x="939662" y="2378732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9" name="Heart 98">
              <a:extLst>
                <a:ext uri="{FF2B5EF4-FFF2-40B4-BE49-F238E27FC236}">
                  <a16:creationId xmlns:a16="http://schemas.microsoft.com/office/drawing/2014/main" id="{E3DA8850-882A-D5A9-440A-052A935066D6}"/>
                </a:ext>
              </a:extLst>
            </p:cNvPr>
            <p:cNvSpPr/>
            <p:nvPr/>
          </p:nvSpPr>
          <p:spPr>
            <a:xfrm>
              <a:off x="506274" y="194739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0" name="Heart 99">
              <a:extLst>
                <a:ext uri="{FF2B5EF4-FFF2-40B4-BE49-F238E27FC236}">
                  <a16:creationId xmlns:a16="http://schemas.microsoft.com/office/drawing/2014/main" id="{E3E40478-F8A3-E576-7242-034C5027177C}"/>
                </a:ext>
              </a:extLst>
            </p:cNvPr>
            <p:cNvSpPr/>
            <p:nvPr/>
          </p:nvSpPr>
          <p:spPr>
            <a:xfrm>
              <a:off x="650737" y="194739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1" name="Heart 100">
              <a:extLst>
                <a:ext uri="{FF2B5EF4-FFF2-40B4-BE49-F238E27FC236}">
                  <a16:creationId xmlns:a16="http://schemas.microsoft.com/office/drawing/2014/main" id="{E475E1A8-E013-3E00-3154-D6B3D71A02EB}"/>
                </a:ext>
              </a:extLst>
            </p:cNvPr>
            <p:cNvSpPr/>
            <p:nvPr/>
          </p:nvSpPr>
          <p:spPr>
            <a:xfrm>
              <a:off x="795199" y="1946932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59C4D65F-FAD9-21A8-46C7-79ADBB066033}"/>
                </a:ext>
              </a:extLst>
            </p:cNvPr>
            <p:cNvSpPr txBox="1"/>
            <p:nvPr/>
          </p:nvSpPr>
          <p:spPr>
            <a:xfrm>
              <a:off x="502444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B1C0CC5-3D14-A320-FCE5-EE4AC6DDEABF}"/>
                </a:ext>
              </a:extLst>
            </p:cNvPr>
            <p:cNvSpPr txBox="1"/>
            <p:nvPr/>
          </p:nvSpPr>
          <p:spPr>
            <a:xfrm>
              <a:off x="646907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D3D1677-D577-B8E1-20E2-AAD569973579}"/>
                </a:ext>
              </a:extLst>
            </p:cNvPr>
            <p:cNvSpPr txBox="1"/>
            <p:nvPr/>
          </p:nvSpPr>
          <p:spPr>
            <a:xfrm>
              <a:off x="791369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0820C36-AE45-2217-14CD-4CB5F536F156}"/>
                </a:ext>
              </a:extLst>
            </p:cNvPr>
            <p:cNvSpPr txBox="1"/>
            <p:nvPr/>
          </p:nvSpPr>
          <p:spPr>
            <a:xfrm>
              <a:off x="935832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409D2AEB-77F5-D3FB-E264-BD4864B84111}"/>
                </a:ext>
              </a:extLst>
            </p:cNvPr>
            <p:cNvSpPr txBox="1"/>
            <p:nvPr/>
          </p:nvSpPr>
          <p:spPr>
            <a:xfrm>
              <a:off x="1078707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9324821-C60C-0C22-84B3-753A0EBC2087}"/>
                </a:ext>
              </a:extLst>
            </p:cNvPr>
            <p:cNvSpPr txBox="1"/>
            <p:nvPr/>
          </p:nvSpPr>
          <p:spPr>
            <a:xfrm>
              <a:off x="502443" y="23749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07B0CF7-0B77-C4F9-CB35-642D6A73FBAB}"/>
                </a:ext>
              </a:extLst>
            </p:cNvPr>
            <p:cNvSpPr txBox="1"/>
            <p:nvPr/>
          </p:nvSpPr>
          <p:spPr>
            <a:xfrm>
              <a:off x="646906" y="23749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0D5482D3-5EF6-FB2B-C1CA-50153EEA8973}"/>
                </a:ext>
              </a:extLst>
            </p:cNvPr>
            <p:cNvSpPr txBox="1"/>
            <p:nvPr/>
          </p:nvSpPr>
          <p:spPr>
            <a:xfrm>
              <a:off x="791368" y="23749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0ABEDF4-E3B6-BBA1-4F0D-4FE8FFB1687B}"/>
                </a:ext>
              </a:extLst>
            </p:cNvPr>
            <p:cNvSpPr txBox="1"/>
            <p:nvPr/>
          </p:nvSpPr>
          <p:spPr>
            <a:xfrm>
              <a:off x="935831" y="23749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E4B20BC3-6D4A-D60E-A073-54403094E670}"/>
                </a:ext>
              </a:extLst>
            </p:cNvPr>
            <p:cNvSpPr txBox="1"/>
            <p:nvPr/>
          </p:nvSpPr>
          <p:spPr>
            <a:xfrm>
              <a:off x="502443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B7B0F769-8C02-2A0B-BA7F-86DB776035E7}"/>
                </a:ext>
              </a:extLst>
            </p:cNvPr>
            <p:cNvSpPr txBox="1"/>
            <p:nvPr/>
          </p:nvSpPr>
          <p:spPr>
            <a:xfrm>
              <a:off x="646906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653F646-F395-4A9C-0F82-BEF943CF29EB}"/>
                </a:ext>
              </a:extLst>
            </p:cNvPr>
            <p:cNvSpPr txBox="1"/>
            <p:nvPr/>
          </p:nvSpPr>
          <p:spPr>
            <a:xfrm>
              <a:off x="791368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5C1BE9A-B3C3-CA61-02B6-FFD207802C98}"/>
                </a:ext>
              </a:extLst>
            </p:cNvPr>
            <p:cNvSpPr txBox="1"/>
            <p:nvPr/>
          </p:nvSpPr>
          <p:spPr>
            <a:xfrm>
              <a:off x="431801" y="611088"/>
              <a:ext cx="863600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Example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9FC1662-D171-A28B-9519-8D5BDD87080E}"/>
              </a:ext>
            </a:extLst>
          </p:cNvPr>
          <p:cNvGrpSpPr/>
          <p:nvPr/>
        </p:nvGrpSpPr>
        <p:grpSpPr>
          <a:xfrm rot="16200000">
            <a:off x="7434262" y="2411413"/>
            <a:ext cx="2879726" cy="2736850"/>
            <a:chOff x="179388" y="574675"/>
            <a:chExt cx="2879726" cy="273685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14ACC842-8ECD-EFC5-B056-CEA672A3B5A8}"/>
                </a:ext>
              </a:extLst>
            </p:cNvPr>
            <p:cNvSpPr/>
            <p:nvPr/>
          </p:nvSpPr>
          <p:spPr>
            <a:xfrm>
              <a:off x="179388" y="574675"/>
              <a:ext cx="2879726" cy="2736850"/>
            </a:xfrm>
            <a:prstGeom prst="rect">
              <a:avLst/>
            </a:prstGeom>
            <a:noFill/>
            <a:ln w="72000">
              <a:solidFill>
                <a:schemeClr val="bg1">
                  <a:alpha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cap="all"/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D569C877-9D19-861F-3C11-771025018BA9}"/>
                </a:ext>
              </a:extLst>
            </p:cNvPr>
            <p:cNvCxnSpPr>
              <a:cxnSpLocks/>
            </p:cNvCxnSpPr>
            <p:nvPr/>
          </p:nvCxnSpPr>
          <p:spPr>
            <a:xfrm>
              <a:off x="215325" y="863600"/>
              <a:ext cx="2808863" cy="0"/>
            </a:xfrm>
            <a:prstGeom prst="line">
              <a:avLst/>
            </a:prstGeom>
            <a:ln w="72000">
              <a:solidFill>
                <a:schemeClr val="bg1">
                  <a:alpha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FF34DCD-6B38-5D4F-978A-1673C8988505}"/>
                </a:ext>
              </a:extLst>
            </p:cNvPr>
            <p:cNvSpPr txBox="1"/>
            <p:nvPr/>
          </p:nvSpPr>
          <p:spPr>
            <a:xfrm>
              <a:off x="215900" y="611188"/>
              <a:ext cx="216000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#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716EF239-7289-4D22-C9EB-F4B357614EFD}"/>
                </a:ext>
              </a:extLst>
            </p:cNvPr>
            <p:cNvSpPr txBox="1"/>
            <p:nvPr/>
          </p:nvSpPr>
          <p:spPr>
            <a:xfrm>
              <a:off x="215800" y="93503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C632253D-3918-DADB-0CFE-24A463F29693}"/>
                </a:ext>
              </a:extLst>
            </p:cNvPr>
            <p:cNvSpPr txBox="1"/>
            <p:nvPr/>
          </p:nvSpPr>
          <p:spPr>
            <a:xfrm>
              <a:off x="215900" y="1079500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239B79F-8A90-170A-C1C7-7DC89D048A0A}"/>
                </a:ext>
              </a:extLst>
            </p:cNvPr>
            <p:cNvSpPr txBox="1"/>
            <p:nvPr/>
          </p:nvSpPr>
          <p:spPr>
            <a:xfrm>
              <a:off x="215900" y="122555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9124F43A-D5FE-5353-B1C9-1786A1912AE4}"/>
                </a:ext>
              </a:extLst>
            </p:cNvPr>
            <p:cNvSpPr txBox="1"/>
            <p:nvPr/>
          </p:nvSpPr>
          <p:spPr>
            <a:xfrm>
              <a:off x="215900" y="136683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3553DCE-C23A-398D-18C6-F7F79FD17F71}"/>
                </a:ext>
              </a:extLst>
            </p:cNvPr>
            <p:cNvSpPr txBox="1"/>
            <p:nvPr/>
          </p:nvSpPr>
          <p:spPr>
            <a:xfrm>
              <a:off x="215800" y="1511300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E908EB6D-6749-D534-4C94-AB025CFE26AE}"/>
                </a:ext>
              </a:extLst>
            </p:cNvPr>
            <p:cNvSpPr txBox="1"/>
            <p:nvPr/>
          </p:nvSpPr>
          <p:spPr>
            <a:xfrm>
              <a:off x="215900" y="16557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109DBB6A-3259-A3EE-3D29-8059975EFF29}"/>
                </a:ext>
              </a:extLst>
            </p:cNvPr>
            <p:cNvSpPr txBox="1"/>
            <p:nvPr/>
          </p:nvSpPr>
          <p:spPr>
            <a:xfrm>
              <a:off x="215900" y="1800225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EA6A44F3-0119-351C-5048-3C86C5CF5238}"/>
                </a:ext>
              </a:extLst>
            </p:cNvPr>
            <p:cNvSpPr txBox="1"/>
            <p:nvPr/>
          </p:nvSpPr>
          <p:spPr>
            <a:xfrm>
              <a:off x="215900" y="194310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9647A790-FAA7-12A2-E127-22BD127530C3}"/>
                </a:ext>
              </a:extLst>
            </p:cNvPr>
            <p:cNvSpPr txBox="1"/>
            <p:nvPr/>
          </p:nvSpPr>
          <p:spPr>
            <a:xfrm>
              <a:off x="215900" y="20875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B57C205-46B7-76D8-C3BA-2E0A96BE8C78}"/>
                </a:ext>
              </a:extLst>
            </p:cNvPr>
            <p:cNvSpPr txBox="1"/>
            <p:nvPr/>
          </p:nvSpPr>
          <p:spPr>
            <a:xfrm>
              <a:off x="215800" y="2232025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10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4CE961A-6816-6007-7EB2-9C3B54F0B99D}"/>
                </a:ext>
              </a:extLst>
            </p:cNvPr>
            <p:cNvSpPr txBox="1"/>
            <p:nvPr/>
          </p:nvSpPr>
          <p:spPr>
            <a:xfrm>
              <a:off x="215900" y="237490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11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EAB46844-4D4D-1357-00D6-3B796ACC9C45}"/>
                </a:ext>
              </a:extLst>
            </p:cNvPr>
            <p:cNvSpPr txBox="1"/>
            <p:nvPr/>
          </p:nvSpPr>
          <p:spPr>
            <a:xfrm>
              <a:off x="215800" y="252095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12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34DA84C-4EC8-1181-D4A1-D1845E6C67E9}"/>
                </a:ext>
              </a:extLst>
            </p:cNvPr>
            <p:cNvSpPr txBox="1"/>
            <p:nvPr/>
          </p:nvSpPr>
          <p:spPr>
            <a:xfrm>
              <a:off x="215800" y="2663826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13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DAA9F3A9-874D-77F6-C03A-F1AE9BD340A7}"/>
                </a:ext>
              </a:extLst>
            </p:cNvPr>
            <p:cNvSpPr txBox="1"/>
            <p:nvPr/>
          </p:nvSpPr>
          <p:spPr>
            <a:xfrm>
              <a:off x="215800" y="280828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14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A40E297-8FA6-DD95-7DC6-489B91D83078}"/>
                </a:ext>
              </a:extLst>
            </p:cNvPr>
            <p:cNvSpPr txBox="1"/>
            <p:nvPr/>
          </p:nvSpPr>
          <p:spPr>
            <a:xfrm>
              <a:off x="215900" y="29511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15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22E857B3-5AE8-0918-9667-EF67E1A6005E}"/>
                </a:ext>
              </a:extLst>
            </p:cNvPr>
            <p:cNvSpPr txBox="1"/>
            <p:nvPr/>
          </p:nvSpPr>
          <p:spPr>
            <a:xfrm>
              <a:off x="215800" y="3095626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16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11FB46DE-139A-3AAA-1AA3-1C03A7F195B2}"/>
                </a:ext>
              </a:extLst>
            </p:cNvPr>
            <p:cNvSpPr txBox="1"/>
            <p:nvPr/>
          </p:nvSpPr>
          <p:spPr>
            <a:xfrm>
              <a:off x="1295399" y="611088"/>
              <a:ext cx="1728789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Hand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75BD7D4-8758-7942-ADD3-B2484DA5890D}"/>
                </a:ext>
              </a:extLst>
            </p:cNvPr>
            <p:cNvSpPr txBox="1"/>
            <p:nvPr/>
          </p:nvSpPr>
          <p:spPr>
            <a:xfrm>
              <a:off x="1295400" y="9350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Single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173E5182-CAA1-DBE3-797C-EE8C83F0C0BF}"/>
                </a:ext>
              </a:extLst>
            </p:cNvPr>
            <p:cNvSpPr txBox="1"/>
            <p:nvPr/>
          </p:nvSpPr>
          <p:spPr>
            <a:xfrm>
              <a:off x="1295401" y="10795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Pair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AD630A59-8E02-7130-308F-7CB32A86CA66}"/>
                </a:ext>
              </a:extLst>
            </p:cNvPr>
            <p:cNvSpPr txBox="1"/>
            <p:nvPr/>
          </p:nvSpPr>
          <p:spPr>
            <a:xfrm>
              <a:off x="1295401" y="1222376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Flush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3C0A788D-444A-D458-E2EC-7167F79BCE8B}"/>
                </a:ext>
              </a:extLst>
            </p:cNvPr>
            <p:cNvSpPr txBox="1"/>
            <p:nvPr/>
          </p:nvSpPr>
          <p:spPr>
            <a:xfrm>
              <a:off x="1295401" y="13668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Straight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7B58A9ED-BFDE-61FC-494E-C939C0FAFEB1}"/>
                </a:ext>
              </a:extLst>
            </p:cNvPr>
            <p:cNvSpPr txBox="1"/>
            <p:nvPr/>
          </p:nvSpPr>
          <p:spPr>
            <a:xfrm>
              <a:off x="1295401" y="15113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Two Pair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D76B84C6-5B9B-248A-05B9-B22A5E714DD6}"/>
                </a:ext>
              </a:extLst>
            </p:cNvPr>
            <p:cNvSpPr txBox="1"/>
            <p:nvPr/>
          </p:nvSpPr>
          <p:spPr>
            <a:xfrm>
              <a:off x="1295400" y="2086769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Flush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53392400-AD54-B61B-B229-5ADCB43ED090}"/>
                </a:ext>
              </a:extLst>
            </p:cNvPr>
            <p:cNvSpPr txBox="1"/>
            <p:nvPr/>
          </p:nvSpPr>
          <p:spPr>
            <a:xfrm>
              <a:off x="1295400" y="1654969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Straight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9FC035EB-0CBC-BF46-8AE0-443DACAA1A73}"/>
                </a:ext>
              </a:extLst>
            </p:cNvPr>
            <p:cNvSpPr txBox="1"/>
            <p:nvPr/>
          </p:nvSpPr>
          <p:spPr>
            <a:xfrm>
              <a:off x="1295400" y="1799432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of a Kind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7501E851-0275-7391-DB88-CCF94E80B9F2}"/>
                </a:ext>
              </a:extLst>
            </p:cNvPr>
            <p:cNvSpPr txBox="1"/>
            <p:nvPr/>
          </p:nvSpPr>
          <p:spPr>
            <a:xfrm>
              <a:off x="1295400" y="1943894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Straight Flush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A53B04BA-040F-858C-07DC-4C4B9DF80AD3}"/>
                </a:ext>
              </a:extLst>
            </p:cNvPr>
            <p:cNvSpPr txBox="1"/>
            <p:nvPr/>
          </p:nvSpPr>
          <p:spPr>
            <a:xfrm>
              <a:off x="1295401" y="2232025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Straight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C08597AF-EC3D-8D02-B602-1C77917B5D47}"/>
                </a:ext>
              </a:extLst>
            </p:cNvPr>
            <p:cNvSpPr txBox="1"/>
            <p:nvPr/>
          </p:nvSpPr>
          <p:spPr>
            <a:xfrm>
              <a:off x="1295401" y="2661777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Flush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983C38A7-16DC-3EDC-83C8-524C88CCFF8A}"/>
                </a:ext>
              </a:extLst>
            </p:cNvPr>
            <p:cNvSpPr txBox="1"/>
            <p:nvPr/>
          </p:nvSpPr>
          <p:spPr>
            <a:xfrm>
              <a:off x="1295401" y="2517314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Full House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577FF773-5FC7-7ACE-55E9-0F7F37034DF6}"/>
                </a:ext>
              </a:extLst>
            </p:cNvPr>
            <p:cNvSpPr txBox="1"/>
            <p:nvPr/>
          </p:nvSpPr>
          <p:spPr>
            <a:xfrm>
              <a:off x="1295400" y="2375694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Straight Flush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60625C18-2B5E-F80A-0E0A-D393838F679A}"/>
                </a:ext>
              </a:extLst>
            </p:cNvPr>
            <p:cNvSpPr txBox="1"/>
            <p:nvPr/>
          </p:nvSpPr>
          <p:spPr>
            <a:xfrm>
              <a:off x="1295401" y="28067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of a Kind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9E78E7D4-AEE3-86BD-A1E2-4F3CB4F9A4B7}"/>
                </a:ext>
              </a:extLst>
            </p:cNvPr>
            <p:cNvSpPr txBox="1"/>
            <p:nvPr/>
          </p:nvSpPr>
          <p:spPr>
            <a:xfrm>
              <a:off x="1295401" y="29511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Straight Flush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BB0233EB-E35B-1F78-F078-E21C4DD811F6}"/>
                </a:ext>
              </a:extLst>
            </p:cNvPr>
            <p:cNvSpPr txBox="1"/>
            <p:nvPr/>
          </p:nvSpPr>
          <p:spPr>
            <a:xfrm>
              <a:off x="1295401" y="3095625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of a Kind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CCBCAF2B-67E2-F417-56BF-00BB33AA2F41}"/>
                </a:ext>
              </a:extLst>
            </p:cNvPr>
            <p:cNvSpPr txBox="1"/>
            <p:nvPr/>
          </p:nvSpPr>
          <p:spPr>
            <a:xfrm>
              <a:off x="503238" y="9350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J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079BBE7-DE67-ED38-4C13-5513E0DF788A}"/>
                </a:ext>
              </a:extLst>
            </p:cNvPr>
            <p:cNvSpPr txBox="1"/>
            <p:nvPr/>
          </p:nvSpPr>
          <p:spPr>
            <a:xfrm>
              <a:off x="502444" y="28067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7C3B5BCF-202C-4BD9-A73E-E66CE6D548D9}"/>
                </a:ext>
              </a:extLst>
            </p:cNvPr>
            <p:cNvSpPr txBox="1"/>
            <p:nvPr/>
          </p:nvSpPr>
          <p:spPr>
            <a:xfrm>
              <a:off x="646907" y="28067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155" name="Heart 154">
              <a:extLst>
                <a:ext uri="{FF2B5EF4-FFF2-40B4-BE49-F238E27FC236}">
                  <a16:creationId xmlns:a16="http://schemas.microsoft.com/office/drawing/2014/main" id="{C0FC2C29-EF61-D7BB-7E0D-D5CF8D58012F}"/>
                </a:ext>
              </a:extLst>
            </p:cNvPr>
            <p:cNvSpPr/>
            <p:nvPr/>
          </p:nvSpPr>
          <p:spPr>
            <a:xfrm>
              <a:off x="506275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6" name="Heart 155">
              <a:extLst>
                <a:ext uri="{FF2B5EF4-FFF2-40B4-BE49-F238E27FC236}">
                  <a16:creationId xmlns:a16="http://schemas.microsoft.com/office/drawing/2014/main" id="{B19898C3-F323-117E-4DBF-815376911932}"/>
                </a:ext>
              </a:extLst>
            </p:cNvPr>
            <p:cNvSpPr/>
            <p:nvPr/>
          </p:nvSpPr>
          <p:spPr>
            <a:xfrm>
              <a:off x="650738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7" name="Heart 156">
              <a:extLst>
                <a:ext uri="{FF2B5EF4-FFF2-40B4-BE49-F238E27FC236}">
                  <a16:creationId xmlns:a16="http://schemas.microsoft.com/office/drawing/2014/main" id="{D01E0A0C-7FB1-3B4B-F535-4562B0343621}"/>
                </a:ext>
              </a:extLst>
            </p:cNvPr>
            <p:cNvSpPr/>
            <p:nvPr/>
          </p:nvSpPr>
          <p:spPr>
            <a:xfrm>
              <a:off x="795200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8" name="Heart 157">
              <a:extLst>
                <a:ext uri="{FF2B5EF4-FFF2-40B4-BE49-F238E27FC236}">
                  <a16:creationId xmlns:a16="http://schemas.microsoft.com/office/drawing/2014/main" id="{2B30500F-B9FB-73D8-7020-3A0E92AD02E2}"/>
                </a:ext>
              </a:extLst>
            </p:cNvPr>
            <p:cNvSpPr/>
            <p:nvPr/>
          </p:nvSpPr>
          <p:spPr>
            <a:xfrm>
              <a:off x="506274" y="2090268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9" name="Heart 158">
              <a:extLst>
                <a:ext uri="{FF2B5EF4-FFF2-40B4-BE49-F238E27FC236}">
                  <a16:creationId xmlns:a16="http://schemas.microsoft.com/office/drawing/2014/main" id="{1D3BDC26-0209-9DC8-C33A-E0845F55AB1D}"/>
                </a:ext>
              </a:extLst>
            </p:cNvPr>
            <p:cNvSpPr/>
            <p:nvPr/>
          </p:nvSpPr>
          <p:spPr>
            <a:xfrm>
              <a:off x="650737" y="2090268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0" name="Heart 159">
              <a:extLst>
                <a:ext uri="{FF2B5EF4-FFF2-40B4-BE49-F238E27FC236}">
                  <a16:creationId xmlns:a16="http://schemas.microsoft.com/office/drawing/2014/main" id="{33B15524-AF0A-59B8-0B04-0982FB5693BA}"/>
                </a:ext>
              </a:extLst>
            </p:cNvPr>
            <p:cNvSpPr/>
            <p:nvPr/>
          </p:nvSpPr>
          <p:spPr>
            <a:xfrm>
              <a:off x="795199" y="2089806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1" name="Heart 160">
              <a:extLst>
                <a:ext uri="{FF2B5EF4-FFF2-40B4-BE49-F238E27FC236}">
                  <a16:creationId xmlns:a16="http://schemas.microsoft.com/office/drawing/2014/main" id="{8132A0B9-9A9B-1B3B-218C-B7FB66526D15}"/>
                </a:ext>
              </a:extLst>
            </p:cNvPr>
            <p:cNvSpPr/>
            <p:nvPr/>
          </p:nvSpPr>
          <p:spPr>
            <a:xfrm>
              <a:off x="939662" y="2089806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2" name="Heart 161">
              <a:extLst>
                <a:ext uri="{FF2B5EF4-FFF2-40B4-BE49-F238E27FC236}">
                  <a16:creationId xmlns:a16="http://schemas.microsoft.com/office/drawing/2014/main" id="{9ADE2276-E32D-2EDC-3F44-2098E6DA1F1F}"/>
                </a:ext>
              </a:extLst>
            </p:cNvPr>
            <p:cNvSpPr/>
            <p:nvPr/>
          </p:nvSpPr>
          <p:spPr>
            <a:xfrm>
              <a:off x="506275" y="26668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3" name="Heart 162">
              <a:extLst>
                <a:ext uri="{FF2B5EF4-FFF2-40B4-BE49-F238E27FC236}">
                  <a16:creationId xmlns:a16="http://schemas.microsoft.com/office/drawing/2014/main" id="{094EBF35-2D98-4DDC-E316-D85E63318852}"/>
                </a:ext>
              </a:extLst>
            </p:cNvPr>
            <p:cNvSpPr/>
            <p:nvPr/>
          </p:nvSpPr>
          <p:spPr>
            <a:xfrm>
              <a:off x="650738" y="26668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4" name="Heart 163">
              <a:extLst>
                <a:ext uri="{FF2B5EF4-FFF2-40B4-BE49-F238E27FC236}">
                  <a16:creationId xmlns:a16="http://schemas.microsoft.com/office/drawing/2014/main" id="{F7138653-D9F6-3824-384B-B1284E0FC07A}"/>
                </a:ext>
              </a:extLst>
            </p:cNvPr>
            <p:cNvSpPr/>
            <p:nvPr/>
          </p:nvSpPr>
          <p:spPr>
            <a:xfrm>
              <a:off x="795200" y="266640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5" name="Heart 164">
              <a:extLst>
                <a:ext uri="{FF2B5EF4-FFF2-40B4-BE49-F238E27FC236}">
                  <a16:creationId xmlns:a16="http://schemas.microsoft.com/office/drawing/2014/main" id="{9F31125A-9668-BA28-5B1B-69BFDC832FF1}"/>
                </a:ext>
              </a:extLst>
            </p:cNvPr>
            <p:cNvSpPr/>
            <p:nvPr/>
          </p:nvSpPr>
          <p:spPr>
            <a:xfrm>
              <a:off x="939663" y="266640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6" name="Heart 165">
              <a:extLst>
                <a:ext uri="{FF2B5EF4-FFF2-40B4-BE49-F238E27FC236}">
                  <a16:creationId xmlns:a16="http://schemas.microsoft.com/office/drawing/2014/main" id="{DD2853C0-8A02-3F19-ED80-BA4304090A61}"/>
                </a:ext>
              </a:extLst>
            </p:cNvPr>
            <p:cNvSpPr/>
            <p:nvPr/>
          </p:nvSpPr>
          <p:spPr>
            <a:xfrm>
              <a:off x="1082538" y="26664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35E1F187-CAB3-984D-E29F-2520FB728947}"/>
                </a:ext>
              </a:extLst>
            </p:cNvPr>
            <p:cNvSpPr txBox="1"/>
            <p:nvPr/>
          </p:nvSpPr>
          <p:spPr>
            <a:xfrm>
              <a:off x="502444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68FCA99B-8FC0-F548-5E38-860B0603E503}"/>
                </a:ext>
              </a:extLst>
            </p:cNvPr>
            <p:cNvSpPr txBox="1"/>
            <p:nvPr/>
          </p:nvSpPr>
          <p:spPr>
            <a:xfrm>
              <a:off x="646907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CC3F655-5777-CF88-1420-3181A93A04B6}"/>
                </a:ext>
              </a:extLst>
            </p:cNvPr>
            <p:cNvSpPr txBox="1"/>
            <p:nvPr/>
          </p:nvSpPr>
          <p:spPr>
            <a:xfrm>
              <a:off x="791369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660C4657-FCB2-0698-1248-657D031A56E8}"/>
                </a:ext>
              </a:extLst>
            </p:cNvPr>
            <p:cNvSpPr txBox="1"/>
            <p:nvPr/>
          </p:nvSpPr>
          <p:spPr>
            <a:xfrm>
              <a:off x="502444" y="151130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Q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801F2D0F-D661-7F5F-9805-E13335732100}"/>
                </a:ext>
              </a:extLst>
            </p:cNvPr>
            <p:cNvSpPr txBox="1"/>
            <p:nvPr/>
          </p:nvSpPr>
          <p:spPr>
            <a:xfrm>
              <a:off x="646907" y="15113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Q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FD5631F-0C49-4B00-5F72-AE3486268245}"/>
                </a:ext>
              </a:extLst>
            </p:cNvPr>
            <p:cNvSpPr txBox="1"/>
            <p:nvPr/>
          </p:nvSpPr>
          <p:spPr>
            <a:xfrm>
              <a:off x="791369" y="15113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8D0FA5F9-7898-48D3-9C4E-883E47B15F96}"/>
                </a:ext>
              </a:extLst>
            </p:cNvPr>
            <p:cNvSpPr txBox="1"/>
            <p:nvPr/>
          </p:nvSpPr>
          <p:spPr>
            <a:xfrm>
              <a:off x="935832" y="15113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6AC572F8-C1D8-EDBF-47E5-FE6AC721E6AD}"/>
                </a:ext>
              </a:extLst>
            </p:cNvPr>
            <p:cNvSpPr txBox="1"/>
            <p:nvPr/>
          </p:nvSpPr>
          <p:spPr>
            <a:xfrm>
              <a:off x="502443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2FB6FBDF-65E4-B604-6595-01AFBA5C7411}"/>
                </a:ext>
              </a:extLst>
            </p:cNvPr>
            <p:cNvSpPr txBox="1"/>
            <p:nvPr/>
          </p:nvSpPr>
          <p:spPr>
            <a:xfrm>
              <a:off x="646906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51B766E9-B415-F42D-12D9-2A650436ABDB}"/>
                </a:ext>
              </a:extLst>
            </p:cNvPr>
            <p:cNvSpPr txBox="1"/>
            <p:nvPr/>
          </p:nvSpPr>
          <p:spPr>
            <a:xfrm>
              <a:off x="791368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ECE9AB07-0A05-6505-A35C-07BE646F4145}"/>
                </a:ext>
              </a:extLst>
            </p:cNvPr>
            <p:cNvSpPr txBox="1"/>
            <p:nvPr/>
          </p:nvSpPr>
          <p:spPr>
            <a:xfrm>
              <a:off x="935831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0D98A9A8-8BD0-3CBB-C832-F5CA2311A565}"/>
                </a:ext>
              </a:extLst>
            </p:cNvPr>
            <p:cNvSpPr txBox="1"/>
            <p:nvPr/>
          </p:nvSpPr>
          <p:spPr>
            <a:xfrm>
              <a:off x="502444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BD150F67-AFBB-5C26-71CE-6015F1310246}"/>
                </a:ext>
              </a:extLst>
            </p:cNvPr>
            <p:cNvSpPr txBox="1"/>
            <p:nvPr/>
          </p:nvSpPr>
          <p:spPr>
            <a:xfrm>
              <a:off x="646907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D9BC8076-BC19-9B7D-6B1E-89B1806B78AB}"/>
                </a:ext>
              </a:extLst>
            </p:cNvPr>
            <p:cNvSpPr txBox="1"/>
            <p:nvPr/>
          </p:nvSpPr>
          <p:spPr>
            <a:xfrm>
              <a:off x="791369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8D41A06E-35CD-C3C9-DA5C-1B0686835284}"/>
                </a:ext>
              </a:extLst>
            </p:cNvPr>
            <p:cNvSpPr txBox="1"/>
            <p:nvPr/>
          </p:nvSpPr>
          <p:spPr>
            <a:xfrm>
              <a:off x="935832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32DA8F61-7676-DE59-3EA7-33F3229E6566}"/>
                </a:ext>
              </a:extLst>
            </p:cNvPr>
            <p:cNvSpPr txBox="1"/>
            <p:nvPr/>
          </p:nvSpPr>
          <p:spPr>
            <a:xfrm>
              <a:off x="1078707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C6F03A6F-ADDF-E1C6-F5D3-79B8822F2680}"/>
                </a:ext>
              </a:extLst>
            </p:cNvPr>
            <p:cNvSpPr txBox="1"/>
            <p:nvPr/>
          </p:nvSpPr>
          <p:spPr>
            <a:xfrm>
              <a:off x="502443" y="179943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BC1AB8D2-D34C-F3FA-5D19-CD400491A937}"/>
                </a:ext>
              </a:extLst>
            </p:cNvPr>
            <p:cNvSpPr txBox="1"/>
            <p:nvPr/>
          </p:nvSpPr>
          <p:spPr>
            <a:xfrm>
              <a:off x="646905" y="17994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5B3E4C98-F618-327F-7864-013277D583D5}"/>
                </a:ext>
              </a:extLst>
            </p:cNvPr>
            <p:cNvSpPr txBox="1"/>
            <p:nvPr/>
          </p:nvSpPr>
          <p:spPr>
            <a:xfrm>
              <a:off x="791368" y="179943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31A1BF87-DB99-40AD-557E-C2E729580B7D}"/>
                </a:ext>
              </a:extLst>
            </p:cNvPr>
            <p:cNvSpPr txBox="1"/>
            <p:nvPr/>
          </p:nvSpPr>
          <p:spPr>
            <a:xfrm>
              <a:off x="645319" y="2517314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D989E528-6C9D-6E56-796E-264A6CE00E2A}"/>
                </a:ext>
              </a:extLst>
            </p:cNvPr>
            <p:cNvSpPr txBox="1"/>
            <p:nvPr/>
          </p:nvSpPr>
          <p:spPr>
            <a:xfrm>
              <a:off x="789782" y="2517313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A49E85A4-36FB-EA60-1381-A8DFD49E0059}"/>
                </a:ext>
              </a:extLst>
            </p:cNvPr>
            <p:cNvSpPr txBox="1"/>
            <p:nvPr/>
          </p:nvSpPr>
          <p:spPr>
            <a:xfrm>
              <a:off x="934244" y="2517313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8D877600-327C-F684-0791-3FF685477843}"/>
                </a:ext>
              </a:extLst>
            </p:cNvPr>
            <p:cNvSpPr txBox="1"/>
            <p:nvPr/>
          </p:nvSpPr>
          <p:spPr>
            <a:xfrm>
              <a:off x="1078707" y="251731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AE494093-CE9C-44CC-767A-9346D841C342}"/>
                </a:ext>
              </a:extLst>
            </p:cNvPr>
            <p:cNvSpPr txBox="1"/>
            <p:nvPr/>
          </p:nvSpPr>
          <p:spPr>
            <a:xfrm>
              <a:off x="502444" y="2517314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B5C3C32B-36A2-2467-53FF-8E0AFC40BFE5}"/>
                </a:ext>
              </a:extLst>
            </p:cNvPr>
            <p:cNvSpPr txBox="1"/>
            <p:nvPr/>
          </p:nvSpPr>
          <p:spPr>
            <a:xfrm>
              <a:off x="791369" y="28067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58B2A093-A03C-39E0-D335-01636489D10D}"/>
                </a:ext>
              </a:extLst>
            </p:cNvPr>
            <p:cNvSpPr txBox="1"/>
            <p:nvPr/>
          </p:nvSpPr>
          <p:spPr>
            <a:xfrm>
              <a:off x="935832" y="28067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8F01E7B0-5F9A-906F-74B3-63032D48B35E}"/>
                </a:ext>
              </a:extLst>
            </p:cNvPr>
            <p:cNvSpPr txBox="1"/>
            <p:nvPr/>
          </p:nvSpPr>
          <p:spPr>
            <a:xfrm>
              <a:off x="502444" y="309562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412EBA84-D6C9-1BC6-B2CB-D59C33A937C9}"/>
                </a:ext>
              </a:extLst>
            </p:cNvPr>
            <p:cNvSpPr txBox="1"/>
            <p:nvPr/>
          </p:nvSpPr>
          <p:spPr>
            <a:xfrm>
              <a:off x="646907" y="30956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864D1EC2-EF2C-F393-79E5-1337A4AFFD37}"/>
                </a:ext>
              </a:extLst>
            </p:cNvPr>
            <p:cNvSpPr txBox="1"/>
            <p:nvPr/>
          </p:nvSpPr>
          <p:spPr>
            <a:xfrm>
              <a:off x="791369" y="309562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7F2B7279-B4A1-0A8A-3036-A4D883060645}"/>
                </a:ext>
              </a:extLst>
            </p:cNvPr>
            <p:cNvSpPr txBox="1"/>
            <p:nvPr/>
          </p:nvSpPr>
          <p:spPr>
            <a:xfrm>
              <a:off x="935832" y="30956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F038BD67-3C3B-80FA-92CB-C2C03E079152}"/>
                </a:ext>
              </a:extLst>
            </p:cNvPr>
            <p:cNvSpPr txBox="1"/>
            <p:nvPr/>
          </p:nvSpPr>
          <p:spPr>
            <a:xfrm>
              <a:off x="502444" y="107950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59D70697-D4FD-EE95-39B8-667CBC9B7C37}"/>
                </a:ext>
              </a:extLst>
            </p:cNvPr>
            <p:cNvSpPr txBox="1"/>
            <p:nvPr/>
          </p:nvSpPr>
          <p:spPr>
            <a:xfrm>
              <a:off x="646907" y="10795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pic>
          <p:nvPicPr>
            <p:cNvPr id="199" name="Picture 198">
              <a:extLst>
                <a:ext uri="{FF2B5EF4-FFF2-40B4-BE49-F238E27FC236}">
                  <a16:creationId xmlns:a16="http://schemas.microsoft.com/office/drawing/2014/main" id="{AC53644F-687B-5FA1-3B54-80A56D50E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8938" y="3101709"/>
              <a:ext cx="144000" cy="130708"/>
            </a:xfrm>
            <a:prstGeom prst="rect">
              <a:avLst/>
            </a:prstGeom>
          </p:spPr>
        </p:pic>
        <p:sp>
          <p:nvSpPr>
            <p:cNvPr id="200" name="Heart 199">
              <a:extLst>
                <a:ext uri="{FF2B5EF4-FFF2-40B4-BE49-F238E27FC236}">
                  <a16:creationId xmlns:a16="http://schemas.microsoft.com/office/drawing/2014/main" id="{F86AD835-248D-B839-76B5-E4750D1E4C2C}"/>
                </a:ext>
              </a:extLst>
            </p:cNvPr>
            <p:cNvSpPr/>
            <p:nvPr/>
          </p:nvSpPr>
          <p:spPr>
            <a:xfrm>
              <a:off x="506275" y="295625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1" name="Heart 200">
              <a:extLst>
                <a:ext uri="{FF2B5EF4-FFF2-40B4-BE49-F238E27FC236}">
                  <a16:creationId xmlns:a16="http://schemas.microsoft.com/office/drawing/2014/main" id="{4D8DAC2D-7638-E1CA-674F-4E30EB7EA33B}"/>
                </a:ext>
              </a:extLst>
            </p:cNvPr>
            <p:cNvSpPr/>
            <p:nvPr/>
          </p:nvSpPr>
          <p:spPr>
            <a:xfrm>
              <a:off x="650738" y="295625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2" name="Heart 201">
              <a:extLst>
                <a:ext uri="{FF2B5EF4-FFF2-40B4-BE49-F238E27FC236}">
                  <a16:creationId xmlns:a16="http://schemas.microsoft.com/office/drawing/2014/main" id="{12153D8A-A7CB-6EDE-F9D6-CEB94900F96B}"/>
                </a:ext>
              </a:extLst>
            </p:cNvPr>
            <p:cNvSpPr/>
            <p:nvPr/>
          </p:nvSpPr>
          <p:spPr>
            <a:xfrm>
              <a:off x="795200" y="2955789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3" name="Heart 202">
              <a:extLst>
                <a:ext uri="{FF2B5EF4-FFF2-40B4-BE49-F238E27FC236}">
                  <a16:creationId xmlns:a16="http://schemas.microsoft.com/office/drawing/2014/main" id="{69C2C99B-BC66-AF77-3416-AC605FC46C90}"/>
                </a:ext>
              </a:extLst>
            </p:cNvPr>
            <p:cNvSpPr/>
            <p:nvPr/>
          </p:nvSpPr>
          <p:spPr>
            <a:xfrm>
              <a:off x="939663" y="2955789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4" name="Heart 203">
              <a:extLst>
                <a:ext uri="{FF2B5EF4-FFF2-40B4-BE49-F238E27FC236}">
                  <a16:creationId xmlns:a16="http://schemas.microsoft.com/office/drawing/2014/main" id="{DF3FD99E-A042-34AA-E32B-F5B5EABD1910}"/>
                </a:ext>
              </a:extLst>
            </p:cNvPr>
            <p:cNvSpPr/>
            <p:nvPr/>
          </p:nvSpPr>
          <p:spPr>
            <a:xfrm>
              <a:off x="1082538" y="2955788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5" name="Heart 204">
              <a:extLst>
                <a:ext uri="{FF2B5EF4-FFF2-40B4-BE49-F238E27FC236}">
                  <a16:creationId xmlns:a16="http://schemas.microsoft.com/office/drawing/2014/main" id="{A83638BD-D9CA-54B9-D056-81F9C6377FD0}"/>
                </a:ext>
              </a:extLst>
            </p:cNvPr>
            <p:cNvSpPr/>
            <p:nvPr/>
          </p:nvSpPr>
          <p:spPr>
            <a:xfrm>
              <a:off x="506274" y="237919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6" name="Heart 205">
              <a:extLst>
                <a:ext uri="{FF2B5EF4-FFF2-40B4-BE49-F238E27FC236}">
                  <a16:creationId xmlns:a16="http://schemas.microsoft.com/office/drawing/2014/main" id="{7CF063FB-392D-D4C6-D01E-5366C793EBFD}"/>
                </a:ext>
              </a:extLst>
            </p:cNvPr>
            <p:cNvSpPr/>
            <p:nvPr/>
          </p:nvSpPr>
          <p:spPr>
            <a:xfrm>
              <a:off x="650737" y="237919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7" name="Heart 206">
              <a:extLst>
                <a:ext uri="{FF2B5EF4-FFF2-40B4-BE49-F238E27FC236}">
                  <a16:creationId xmlns:a16="http://schemas.microsoft.com/office/drawing/2014/main" id="{98D598BE-9C75-5131-6FC6-840E82E0FB14}"/>
                </a:ext>
              </a:extLst>
            </p:cNvPr>
            <p:cNvSpPr/>
            <p:nvPr/>
          </p:nvSpPr>
          <p:spPr>
            <a:xfrm>
              <a:off x="795199" y="2378732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8" name="Heart 207">
              <a:extLst>
                <a:ext uri="{FF2B5EF4-FFF2-40B4-BE49-F238E27FC236}">
                  <a16:creationId xmlns:a16="http://schemas.microsoft.com/office/drawing/2014/main" id="{56F2BDA0-9683-40AD-3183-0C48E7BDA464}"/>
                </a:ext>
              </a:extLst>
            </p:cNvPr>
            <p:cNvSpPr/>
            <p:nvPr/>
          </p:nvSpPr>
          <p:spPr>
            <a:xfrm>
              <a:off x="939662" y="2378732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9" name="Heart 208">
              <a:extLst>
                <a:ext uri="{FF2B5EF4-FFF2-40B4-BE49-F238E27FC236}">
                  <a16:creationId xmlns:a16="http://schemas.microsoft.com/office/drawing/2014/main" id="{22C43229-640C-7F62-9EC9-1478C41FE2DA}"/>
                </a:ext>
              </a:extLst>
            </p:cNvPr>
            <p:cNvSpPr/>
            <p:nvPr/>
          </p:nvSpPr>
          <p:spPr>
            <a:xfrm>
              <a:off x="506274" y="194739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0" name="Heart 209">
              <a:extLst>
                <a:ext uri="{FF2B5EF4-FFF2-40B4-BE49-F238E27FC236}">
                  <a16:creationId xmlns:a16="http://schemas.microsoft.com/office/drawing/2014/main" id="{410BF277-4AF6-E4A4-587F-2E161769149E}"/>
                </a:ext>
              </a:extLst>
            </p:cNvPr>
            <p:cNvSpPr/>
            <p:nvPr/>
          </p:nvSpPr>
          <p:spPr>
            <a:xfrm>
              <a:off x="650737" y="194739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1" name="Heart 210">
              <a:extLst>
                <a:ext uri="{FF2B5EF4-FFF2-40B4-BE49-F238E27FC236}">
                  <a16:creationId xmlns:a16="http://schemas.microsoft.com/office/drawing/2014/main" id="{668DEF40-2204-6C97-B8EB-590533FE5C02}"/>
                </a:ext>
              </a:extLst>
            </p:cNvPr>
            <p:cNvSpPr/>
            <p:nvPr/>
          </p:nvSpPr>
          <p:spPr>
            <a:xfrm>
              <a:off x="795199" y="1946932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F6EC1A5F-B24D-C598-6DE6-1A006A6F4C5B}"/>
                </a:ext>
              </a:extLst>
            </p:cNvPr>
            <p:cNvSpPr txBox="1"/>
            <p:nvPr/>
          </p:nvSpPr>
          <p:spPr>
            <a:xfrm>
              <a:off x="502444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B9A40837-8316-1E4D-B1D8-72F91C777B64}"/>
                </a:ext>
              </a:extLst>
            </p:cNvPr>
            <p:cNvSpPr txBox="1"/>
            <p:nvPr/>
          </p:nvSpPr>
          <p:spPr>
            <a:xfrm>
              <a:off x="646907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79D9BCA1-1F5D-21AE-BA2D-67BD63A80AC7}"/>
                </a:ext>
              </a:extLst>
            </p:cNvPr>
            <p:cNvSpPr txBox="1"/>
            <p:nvPr/>
          </p:nvSpPr>
          <p:spPr>
            <a:xfrm>
              <a:off x="791369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30B0364F-91D3-298B-D252-5BD56BB67178}"/>
                </a:ext>
              </a:extLst>
            </p:cNvPr>
            <p:cNvSpPr txBox="1"/>
            <p:nvPr/>
          </p:nvSpPr>
          <p:spPr>
            <a:xfrm>
              <a:off x="935832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982AAC03-017D-B70A-DF96-46AD4163D006}"/>
                </a:ext>
              </a:extLst>
            </p:cNvPr>
            <p:cNvSpPr txBox="1"/>
            <p:nvPr/>
          </p:nvSpPr>
          <p:spPr>
            <a:xfrm>
              <a:off x="1078707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138E3727-9FBD-171B-35CC-0616921979C9}"/>
                </a:ext>
              </a:extLst>
            </p:cNvPr>
            <p:cNvSpPr txBox="1"/>
            <p:nvPr/>
          </p:nvSpPr>
          <p:spPr>
            <a:xfrm>
              <a:off x="502443" y="23749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03B4DA17-3EFB-8559-ED75-2B3C2561FDB5}"/>
                </a:ext>
              </a:extLst>
            </p:cNvPr>
            <p:cNvSpPr txBox="1"/>
            <p:nvPr/>
          </p:nvSpPr>
          <p:spPr>
            <a:xfrm>
              <a:off x="646906" y="23749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886B66C6-B858-5E30-D07E-8EAAEB36AFB1}"/>
                </a:ext>
              </a:extLst>
            </p:cNvPr>
            <p:cNvSpPr txBox="1"/>
            <p:nvPr/>
          </p:nvSpPr>
          <p:spPr>
            <a:xfrm>
              <a:off x="791368" y="23749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DEF5C93F-7D6C-8B02-DFAE-A3F45C2515B1}"/>
                </a:ext>
              </a:extLst>
            </p:cNvPr>
            <p:cNvSpPr txBox="1"/>
            <p:nvPr/>
          </p:nvSpPr>
          <p:spPr>
            <a:xfrm>
              <a:off x="935831" y="23749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2308BFB7-A464-807B-D9C6-A466886351DB}"/>
                </a:ext>
              </a:extLst>
            </p:cNvPr>
            <p:cNvSpPr txBox="1"/>
            <p:nvPr/>
          </p:nvSpPr>
          <p:spPr>
            <a:xfrm>
              <a:off x="502443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B0F78B48-FD51-A8C7-9776-3E46C449D27F}"/>
                </a:ext>
              </a:extLst>
            </p:cNvPr>
            <p:cNvSpPr txBox="1"/>
            <p:nvPr/>
          </p:nvSpPr>
          <p:spPr>
            <a:xfrm>
              <a:off x="646906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FFF30C4A-51C6-D369-A019-AEAE84A630D0}"/>
                </a:ext>
              </a:extLst>
            </p:cNvPr>
            <p:cNvSpPr txBox="1"/>
            <p:nvPr/>
          </p:nvSpPr>
          <p:spPr>
            <a:xfrm>
              <a:off x="791368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E0D3257F-05D0-EDA5-97B9-8342239CE51D}"/>
                </a:ext>
              </a:extLst>
            </p:cNvPr>
            <p:cNvSpPr txBox="1"/>
            <p:nvPr/>
          </p:nvSpPr>
          <p:spPr>
            <a:xfrm>
              <a:off x="431801" y="611088"/>
              <a:ext cx="863600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Example</a:t>
              </a:r>
            </a:p>
          </p:txBody>
        </p: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E9032436-D33B-2C5B-3F4B-199C72A24E19}"/>
              </a:ext>
            </a:extLst>
          </p:cNvPr>
          <p:cNvGrpSpPr/>
          <p:nvPr/>
        </p:nvGrpSpPr>
        <p:grpSpPr>
          <a:xfrm>
            <a:off x="4469796" y="6623024"/>
            <a:ext cx="1753807" cy="577901"/>
            <a:chOff x="4469003" y="3490887"/>
            <a:chExt cx="1753807" cy="577901"/>
          </a:xfrm>
        </p:grpSpPr>
        <p:pic>
          <p:nvPicPr>
            <p:cNvPr id="227" name="Picture 226">
              <a:extLst>
                <a:ext uri="{FF2B5EF4-FFF2-40B4-BE49-F238E27FC236}">
                  <a16:creationId xmlns:a16="http://schemas.microsoft.com/office/drawing/2014/main" id="{D38149FB-FE84-8646-35A5-703F9F7A5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531523" y="3377502"/>
              <a:ext cx="577901" cy="804672"/>
            </a:xfrm>
            <a:prstGeom prst="rect">
              <a:avLst/>
            </a:prstGeom>
          </p:spPr>
        </p:pic>
        <p:pic>
          <p:nvPicPr>
            <p:cNvPr id="228" name="Picture 227">
              <a:extLst>
                <a:ext uri="{FF2B5EF4-FFF2-40B4-BE49-F238E27FC236}">
                  <a16:creationId xmlns:a16="http://schemas.microsoft.com/office/drawing/2014/main" id="{ACD2A780-313A-07A8-188E-4A428C112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4582388" y="3377502"/>
              <a:ext cx="577901" cy="804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545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07853-90BD-4490-31E0-BC64211E4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117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</TotalTime>
  <Words>666</Words>
  <Application>Microsoft Office PowerPoint</Application>
  <PresentationFormat>Custom</PresentationFormat>
  <Paragraphs>480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Copperplate Gothic Bold</vt:lpstr>
      <vt:lpstr>JQKAs Wild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Richardson</dc:creator>
  <cp:lastModifiedBy>Mark Richardson</cp:lastModifiedBy>
  <cp:revision>2</cp:revision>
  <dcterms:created xsi:type="dcterms:W3CDTF">2025-11-22T08:22:18Z</dcterms:created>
  <dcterms:modified xsi:type="dcterms:W3CDTF">2026-02-14T03:05:20Z</dcterms:modified>
</cp:coreProperties>
</file>